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9"/>
  </p:notesMasterIdLst>
  <p:sldIdLst>
    <p:sldId id="256" r:id="rId2"/>
    <p:sldId id="617" r:id="rId3"/>
    <p:sldId id="634" r:id="rId4"/>
    <p:sldId id="638" r:id="rId5"/>
    <p:sldId id="633" r:id="rId6"/>
    <p:sldId id="639" r:id="rId7"/>
    <p:sldId id="641" r:id="rId8"/>
    <p:sldId id="501" r:id="rId9"/>
    <p:sldId id="623" r:id="rId10"/>
    <p:sldId id="575" r:id="rId11"/>
    <p:sldId id="511" r:id="rId12"/>
    <p:sldId id="632" r:id="rId13"/>
    <p:sldId id="642" r:id="rId14"/>
    <p:sldId id="643" r:id="rId15"/>
    <p:sldId id="644" r:id="rId16"/>
    <p:sldId id="557" r:id="rId17"/>
    <p:sldId id="559" r:id="rId18"/>
  </p:sldIdLst>
  <p:sldSz cx="20104100" cy="11309350"/>
  <p:notesSz cx="20104100" cy="11309350"/>
  <p:embeddedFontLst>
    <p:embeddedFont>
      <p:font typeface="Karla" pitchFamily="2" charset="0"/>
      <p:regular r:id="rId20"/>
      <p:bold r:id="rId21"/>
      <p:italic r:id="rId22"/>
      <p:boldItalic r:id="rId23"/>
    </p:embeddedFont>
    <p:embeddedFont>
      <p:font typeface="Noto Sans Symbols" pitchFamily="2" charset="0"/>
      <p:regular r:id="rId24"/>
      <p:bold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24">
          <p15:clr>
            <a:srgbClr val="A4A3A4"/>
          </p15:clr>
        </p15:guide>
        <p15:guide id="2" orient="horz" pos="6370">
          <p15:clr>
            <a:srgbClr val="A4A3A4"/>
          </p15:clr>
        </p15:guide>
        <p15:guide id="3" pos="12070">
          <p15:clr>
            <a:srgbClr val="A4A3A4"/>
          </p15:clr>
        </p15:guide>
        <p15:guide id="4" orient="horz" pos="1168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CC739F-F755-5384-D1C2-223708F766ED}" name="Shashank Kumar" initials="SK" userId="329b8d98e2ba458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2"/>
    <a:srgbClr val="070E18"/>
    <a:srgbClr val="00B050"/>
    <a:srgbClr val="FF0000"/>
    <a:srgbClr val="FFC0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70479-F561-44F1-B595-5CF45AE32682}" v="1" dt="2026-05-20T05:08:46.975"/>
  </p1510:revLst>
</p1510:revInfo>
</file>

<file path=ppt/tableStyles.xml><?xml version="1.0" encoding="utf-8"?>
<a:tblStyleLst xmlns:a="http://schemas.openxmlformats.org/drawingml/2006/main" def="{A0F8710B-1E0E-467E-97F3-2139AACC6C45}">
  <a:tblStyle styleId="{A0F8710B-1E0E-467E-97F3-2139AACC6C45}" styleName="Table_0">
    <a:wholeTbl>
      <a:tcTxStyle b="off" i="off">
        <a:font>
          <a:latin typeface="Poppins"/>
          <a:ea typeface="Poppins"/>
          <a:cs typeface="Poppi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EB"/>
          </a:solidFill>
        </a:fill>
      </a:tcStyle>
    </a:wholeTbl>
    <a:band1H>
      <a:tcTxStyle/>
      <a:tcStyle>
        <a:tcBdr/>
        <a:fill>
          <a:solidFill>
            <a:srgbClr val="CAD6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6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Poppins"/>
          <a:ea typeface="Poppins"/>
          <a:cs typeface="Poppi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Poppins"/>
          <a:ea typeface="Poppins"/>
          <a:cs typeface="Poppi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36" y="24"/>
      </p:cViewPr>
      <p:guideLst>
        <p:guide pos="524"/>
        <p:guide orient="horz" pos="6370"/>
        <p:guide pos="12070"/>
        <p:guide orient="horz" pos="1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Kumar" userId="329b8d98e2ba4589" providerId="LiveId" clId="{44483A90-3BF9-457D-A2B9-AFFAB6C6C97E}"/>
    <pc:docChg chg="custSel modSld">
      <pc:chgData name="Shashank Kumar" userId="329b8d98e2ba4589" providerId="LiveId" clId="{44483A90-3BF9-457D-A2B9-AFFAB6C6C97E}" dt="2026-05-20T05:08:57.490" v="24" actId="1035"/>
      <pc:docMkLst>
        <pc:docMk/>
      </pc:docMkLst>
      <pc:sldChg chg="addSp delSp modSp mod">
        <pc:chgData name="Shashank Kumar" userId="329b8d98e2ba4589" providerId="LiveId" clId="{44483A90-3BF9-457D-A2B9-AFFAB6C6C97E}" dt="2026-05-20T05:08:57.490" v="24" actId="1035"/>
        <pc:sldMkLst>
          <pc:docMk/>
          <pc:sldMk cId="1317898252" sldId="643"/>
        </pc:sldMkLst>
        <pc:picChg chg="add mod">
          <ac:chgData name="Shashank Kumar" userId="329b8d98e2ba4589" providerId="LiveId" clId="{44483A90-3BF9-457D-A2B9-AFFAB6C6C97E}" dt="2026-05-20T05:08:57.490" v="24" actId="1035"/>
          <ac:picMkLst>
            <pc:docMk/>
            <pc:sldMk cId="1317898252" sldId="643"/>
            <ac:picMk id="2" creationId="{6AB87E59-48B6-ABF9-26A8-00FC07605A88}"/>
          </ac:picMkLst>
        </pc:picChg>
        <pc:picChg chg="add mod">
          <ac:chgData name="Shashank Kumar" userId="329b8d98e2ba4589" providerId="LiveId" clId="{44483A90-3BF9-457D-A2B9-AFFAB6C6C97E}" dt="2026-05-20T05:08:57.490" v="24" actId="1035"/>
          <ac:picMkLst>
            <pc:docMk/>
            <pc:sldMk cId="1317898252" sldId="643"/>
            <ac:picMk id="4" creationId="{B2AC2BE3-9E3B-0BA7-639F-E0743F1E28A5}"/>
          </ac:picMkLst>
        </pc:picChg>
        <pc:picChg chg="del">
          <ac:chgData name="Shashank Kumar" userId="329b8d98e2ba4589" providerId="LiveId" clId="{44483A90-3BF9-457D-A2B9-AFFAB6C6C97E}" dt="2026-05-20T05:07:25.275" v="0" actId="478"/>
          <ac:picMkLst>
            <pc:docMk/>
            <pc:sldMk cId="1317898252" sldId="643"/>
            <ac:picMk id="16" creationId="{7BB70541-B252-CE02-D96E-44A7AB3F1263}"/>
          </ac:picMkLst>
        </pc:picChg>
      </pc:sldChg>
    </pc:docChg>
  </pc:docChgLst>
  <pc:docChgLst>
    <pc:chgData name="Sudarshan Onkar" userId="a0d1e114-32c6-47f5-9e76-836019c8fb95" providerId="ADAL" clId="{B9327DA3-8FC9-4EA1-B942-704B76AF6AC0}"/>
    <pc:docChg chg="undo redo custSel addSld delSld modSld sldOrd">
      <pc:chgData name="Sudarshan Onkar" userId="a0d1e114-32c6-47f5-9e76-836019c8fb95" providerId="ADAL" clId="{B9327DA3-8FC9-4EA1-B942-704B76AF6AC0}" dt="2026-05-14T10:09:54.927" v="3170" actId="478"/>
      <pc:docMkLst>
        <pc:docMk/>
      </pc:docMkLst>
      <pc:sldChg chg="addSp delSp modSp mod">
        <pc:chgData name="Sudarshan Onkar" userId="a0d1e114-32c6-47f5-9e76-836019c8fb95" providerId="ADAL" clId="{B9327DA3-8FC9-4EA1-B942-704B76AF6AC0}" dt="2026-05-14T10:09:54.927" v="3170" actId="478"/>
        <pc:sldMkLst>
          <pc:docMk/>
          <pc:sldMk cId="0" sldId="256"/>
        </pc:sldMkLst>
        <pc:spChg chg="mod">
          <ac:chgData name="Sudarshan Onkar" userId="a0d1e114-32c6-47f5-9e76-836019c8fb95" providerId="ADAL" clId="{B9327DA3-8FC9-4EA1-B942-704B76AF6AC0}" dt="2026-05-14T10:00:08.197" v="3106" actId="1076"/>
          <ac:spMkLst>
            <pc:docMk/>
            <pc:sldMk cId="0" sldId="256"/>
            <ac:spMk id="2" creationId="{F5D98F67-45BF-C899-6641-686354A09C00}"/>
          </ac:spMkLst>
        </pc:spChg>
        <pc:spChg chg="mod">
          <ac:chgData name="Sudarshan Onkar" userId="a0d1e114-32c6-47f5-9e76-836019c8fb95" providerId="ADAL" clId="{B9327DA3-8FC9-4EA1-B942-704B76AF6AC0}" dt="2026-05-14T09:59:54.574" v="3103" actId="14100"/>
          <ac:spMkLst>
            <pc:docMk/>
            <pc:sldMk cId="0" sldId="256"/>
            <ac:spMk id="1036" creationId="{00000000-0000-0000-0000-000000000000}"/>
          </ac:spMkLst>
        </pc:spChg>
        <pc:spChg chg="mod">
          <ac:chgData name="Sudarshan Onkar" userId="a0d1e114-32c6-47f5-9e76-836019c8fb95" providerId="ADAL" clId="{B9327DA3-8FC9-4EA1-B942-704B76AF6AC0}" dt="2026-05-14T10:00:14.635" v="3107" actId="1076"/>
          <ac:spMkLst>
            <pc:docMk/>
            <pc:sldMk cId="0" sldId="256"/>
            <ac:spMk id="1037" creationId="{00000000-0000-0000-0000-000000000000}"/>
          </ac:spMkLst>
        </pc:spChg>
        <pc:spChg chg="mod">
          <ac:chgData name="Sudarshan Onkar" userId="a0d1e114-32c6-47f5-9e76-836019c8fb95" providerId="ADAL" clId="{B9327DA3-8FC9-4EA1-B942-704B76AF6AC0}" dt="2026-05-14T10:00:21.652" v="3109" actId="1076"/>
          <ac:spMkLst>
            <pc:docMk/>
            <pc:sldMk cId="0" sldId="256"/>
            <ac:spMk id="1038" creationId="{00000000-0000-0000-0000-000000000000}"/>
          </ac:spMkLst>
        </pc:spChg>
        <pc:picChg chg="add del">
          <ac:chgData name="Sudarshan Onkar" userId="a0d1e114-32c6-47f5-9e76-836019c8fb95" providerId="ADAL" clId="{B9327DA3-8FC9-4EA1-B942-704B76AF6AC0}" dt="2026-05-14T10:09:39.207" v="3166" actId="478"/>
          <ac:picMkLst>
            <pc:docMk/>
            <pc:sldMk cId="0" sldId="256"/>
            <ac:picMk id="1035" creationId="{00000000-0000-0000-0000-000000000000}"/>
          </ac:picMkLst>
        </pc:picChg>
      </pc:sldChg>
      <pc:sldChg chg="addSp delSp modSp mod">
        <pc:chgData name="Sudarshan Onkar" userId="a0d1e114-32c6-47f5-9e76-836019c8fb95" providerId="ADAL" clId="{B9327DA3-8FC9-4EA1-B942-704B76AF6AC0}" dt="2026-05-14T08:07:26.499" v="2325" actId="20577"/>
        <pc:sldMkLst>
          <pc:docMk/>
          <pc:sldMk cId="2578144940" sldId="501"/>
        </pc:sldMkLst>
        <pc:spChg chg="add del mod">
          <ac:chgData name="Sudarshan Onkar" userId="a0d1e114-32c6-47f5-9e76-836019c8fb95" providerId="ADAL" clId="{B9327DA3-8FC9-4EA1-B942-704B76AF6AC0}" dt="2026-05-13T08:15:46.224" v="2054" actId="113"/>
          <ac:spMkLst>
            <pc:docMk/>
            <pc:sldMk cId="2578144940" sldId="501"/>
            <ac:spMk id="2" creationId="{4CE39E40-FDED-D628-CD36-960DA87B8658}"/>
          </ac:spMkLst>
        </pc:spChg>
        <pc:spChg chg="add mod">
          <ac:chgData name="Sudarshan Onkar" userId="a0d1e114-32c6-47f5-9e76-836019c8fb95" providerId="ADAL" clId="{B9327DA3-8FC9-4EA1-B942-704B76AF6AC0}" dt="2026-05-13T08:14:55.895" v="2047" actId="1076"/>
          <ac:spMkLst>
            <pc:docMk/>
            <pc:sldMk cId="2578144940" sldId="501"/>
            <ac:spMk id="3" creationId="{657A8982-EF87-0CF0-6207-88E7CC24D4A3}"/>
          </ac:spMkLst>
        </pc:spChg>
        <pc:spChg chg="mod">
          <ac:chgData name="Sudarshan Onkar" userId="a0d1e114-32c6-47f5-9e76-836019c8fb95" providerId="ADAL" clId="{B9327DA3-8FC9-4EA1-B942-704B76AF6AC0}" dt="2026-05-13T08:17:40.647" v="2057" actId="14100"/>
          <ac:spMkLst>
            <pc:docMk/>
            <pc:sldMk cId="2578144940" sldId="501"/>
            <ac:spMk id="11" creationId="{D58DAF30-E9AE-8F67-3F8C-62E8BBFBCB29}"/>
          </ac:spMkLst>
        </pc:spChg>
        <pc:spChg chg="mod">
          <ac:chgData name="Sudarshan Onkar" userId="a0d1e114-32c6-47f5-9e76-836019c8fb95" providerId="ADAL" clId="{B9327DA3-8FC9-4EA1-B942-704B76AF6AC0}" dt="2026-05-13T09:24:32.483" v="2059" actId="404"/>
          <ac:spMkLst>
            <pc:docMk/>
            <pc:sldMk cId="2578144940" sldId="501"/>
            <ac:spMk id="13" creationId="{06CE23BD-3760-6153-25E1-5611AE59402D}"/>
          </ac:spMkLst>
        </pc:spChg>
        <pc:spChg chg="mod">
          <ac:chgData name="Sudarshan Onkar" userId="a0d1e114-32c6-47f5-9e76-836019c8fb95" providerId="ADAL" clId="{B9327DA3-8FC9-4EA1-B942-704B76AF6AC0}" dt="2026-05-14T08:07:26.499" v="2325" actId="20577"/>
          <ac:spMkLst>
            <pc:docMk/>
            <pc:sldMk cId="2578144940" sldId="501"/>
            <ac:spMk id="1185" creationId="{00000000-0000-0000-0000-000000000000}"/>
          </ac:spMkLst>
        </pc:spChg>
        <pc:spChg chg="mod">
          <ac:chgData name="Sudarshan Onkar" userId="a0d1e114-32c6-47f5-9e76-836019c8fb95" providerId="ADAL" clId="{B9327DA3-8FC9-4EA1-B942-704B76AF6AC0}" dt="2026-05-13T08:04:46.041" v="1891" actId="255"/>
          <ac:spMkLst>
            <pc:docMk/>
            <pc:sldMk cId="2578144940" sldId="501"/>
            <ac:spMk id="1186" creationId="{00000000-0000-0000-0000-000000000000}"/>
          </ac:spMkLst>
        </pc:spChg>
        <pc:spChg chg="mod">
          <ac:chgData name="Sudarshan Onkar" userId="a0d1e114-32c6-47f5-9e76-836019c8fb95" providerId="ADAL" clId="{B9327DA3-8FC9-4EA1-B942-704B76AF6AC0}" dt="2026-05-13T08:05:39.207" v="1898" actId="20577"/>
          <ac:spMkLst>
            <pc:docMk/>
            <pc:sldMk cId="2578144940" sldId="501"/>
            <ac:spMk id="1188" creationId="{00000000-0000-0000-0000-000000000000}"/>
          </ac:spMkLst>
        </pc:spChg>
        <pc:spChg chg="mod">
          <ac:chgData name="Sudarshan Onkar" userId="a0d1e114-32c6-47f5-9e76-836019c8fb95" providerId="ADAL" clId="{B9327DA3-8FC9-4EA1-B942-704B76AF6AC0}" dt="2026-05-13T08:06:31.240" v="1913" actId="108"/>
          <ac:spMkLst>
            <pc:docMk/>
            <pc:sldMk cId="2578144940" sldId="501"/>
            <ac:spMk id="1190" creationId="{00000000-0000-0000-0000-000000000000}"/>
          </ac:spMkLst>
        </pc:spChg>
      </pc:sldChg>
      <pc:sldChg chg="modSp mod ord">
        <pc:chgData name="Sudarshan Onkar" userId="a0d1e114-32c6-47f5-9e76-836019c8fb95" providerId="ADAL" clId="{B9327DA3-8FC9-4EA1-B942-704B76AF6AC0}" dt="2026-05-14T09:20:05.810" v="2726" actId="1076"/>
        <pc:sldMkLst>
          <pc:docMk/>
          <pc:sldMk cId="2172498817" sldId="511"/>
        </pc:sldMkLst>
        <pc:spChg chg="mod">
          <ac:chgData name="Sudarshan Onkar" userId="a0d1e114-32c6-47f5-9e76-836019c8fb95" providerId="ADAL" clId="{B9327DA3-8FC9-4EA1-B942-704B76AF6AC0}" dt="2026-05-14T09:20:05.810" v="2726" actId="1076"/>
          <ac:spMkLst>
            <pc:docMk/>
            <pc:sldMk cId="2172498817" sldId="511"/>
            <ac:spMk id="3" creationId="{2E6971C5-67DB-16CD-D8A1-9D6976A3DC03}"/>
          </ac:spMkLst>
        </pc:spChg>
        <pc:spChg chg="mod">
          <ac:chgData name="Sudarshan Onkar" userId="a0d1e114-32c6-47f5-9e76-836019c8fb95" providerId="ADAL" clId="{B9327DA3-8FC9-4EA1-B942-704B76AF6AC0}" dt="2026-05-12T13:56:40.567" v="308" actId="404"/>
          <ac:spMkLst>
            <pc:docMk/>
            <pc:sldMk cId="2172498817" sldId="511"/>
            <ac:spMk id="11" creationId="{78591D67-78E8-92D6-2826-C318BCBCAAE8}"/>
          </ac:spMkLst>
        </pc:spChg>
        <pc:spChg chg="mod">
          <ac:chgData name="Sudarshan Onkar" userId="a0d1e114-32c6-47f5-9e76-836019c8fb95" providerId="ADAL" clId="{B9327DA3-8FC9-4EA1-B942-704B76AF6AC0}" dt="2026-05-12T13:55:30.215" v="300" actId="1076"/>
          <ac:spMkLst>
            <pc:docMk/>
            <pc:sldMk cId="2172498817" sldId="511"/>
            <ac:spMk id="15" creationId="{09FFE803-5966-F6DA-8EB6-6357B2A6D7E5}"/>
          </ac:spMkLst>
        </pc:spChg>
        <pc:spChg chg="mod">
          <ac:chgData name="Sudarshan Onkar" userId="a0d1e114-32c6-47f5-9e76-836019c8fb95" providerId="ADAL" clId="{B9327DA3-8FC9-4EA1-B942-704B76AF6AC0}" dt="2026-05-12T13:58:24.013" v="316" actId="3064"/>
          <ac:spMkLst>
            <pc:docMk/>
            <pc:sldMk cId="2172498817" sldId="511"/>
            <ac:spMk id="21" creationId="{A3A3D0AD-AC79-A597-9F20-A55A56DA3659}"/>
          </ac:spMkLst>
        </pc:spChg>
        <pc:spChg chg="mod">
          <ac:chgData name="Sudarshan Onkar" userId="a0d1e114-32c6-47f5-9e76-836019c8fb95" providerId="ADAL" clId="{B9327DA3-8FC9-4EA1-B942-704B76AF6AC0}" dt="2026-05-12T13:55:04.072" v="299" actId="20577"/>
          <ac:spMkLst>
            <pc:docMk/>
            <pc:sldMk cId="2172498817" sldId="511"/>
            <ac:spMk id="1185" creationId="{00000000-0000-0000-0000-000000000000}"/>
          </ac:spMkLst>
        </pc:spChg>
        <pc:spChg chg="mod">
          <ac:chgData name="Sudarshan Onkar" userId="a0d1e114-32c6-47f5-9e76-836019c8fb95" providerId="ADAL" clId="{B9327DA3-8FC9-4EA1-B942-704B76AF6AC0}" dt="2026-05-12T13:56:48.151" v="309" actId="1076"/>
          <ac:spMkLst>
            <pc:docMk/>
            <pc:sldMk cId="2172498817" sldId="511"/>
            <ac:spMk id="1193" creationId="{CE4849D5-30E1-D04D-410C-49F18EA6AB8A}"/>
          </ac:spMkLst>
        </pc:spChg>
        <pc:spChg chg="mod">
          <ac:chgData name="Sudarshan Onkar" userId="a0d1e114-32c6-47f5-9e76-836019c8fb95" providerId="ADAL" clId="{B9327DA3-8FC9-4EA1-B942-704B76AF6AC0}" dt="2026-05-12T13:56:03.885" v="305" actId="1076"/>
          <ac:spMkLst>
            <pc:docMk/>
            <pc:sldMk cId="2172498817" sldId="511"/>
            <ac:spMk id="1198" creationId="{92FBD61D-2D1A-E1E8-188A-14595FA0FF09}"/>
          </ac:spMkLst>
        </pc:spChg>
        <pc:spChg chg="mod">
          <ac:chgData name="Sudarshan Onkar" userId="a0d1e114-32c6-47f5-9e76-836019c8fb95" providerId="ADAL" clId="{B9327DA3-8FC9-4EA1-B942-704B76AF6AC0}" dt="2026-05-12T13:57:09.670" v="311" actId="1076"/>
          <ac:spMkLst>
            <pc:docMk/>
            <pc:sldMk cId="2172498817" sldId="511"/>
            <ac:spMk id="1217" creationId="{996B677C-FAA8-EBDF-8697-5516CB7214F9}"/>
          </ac:spMkLst>
        </pc:spChg>
        <pc:cxnChg chg="mod">
          <ac:chgData name="Sudarshan Onkar" userId="a0d1e114-32c6-47f5-9e76-836019c8fb95" providerId="ADAL" clId="{B9327DA3-8FC9-4EA1-B942-704B76AF6AC0}" dt="2026-05-12T13:57:09.670" v="311" actId="1076"/>
          <ac:cxnSpMkLst>
            <pc:docMk/>
            <pc:sldMk cId="2172498817" sldId="511"/>
            <ac:cxnSpMk id="1220" creationId="{F52FEF5D-708A-E62D-2859-9D6CF9BDB634}"/>
          </ac:cxnSpMkLst>
        </pc:cxnChg>
      </pc:sldChg>
      <pc:sldChg chg="modSp ord">
        <pc:chgData name="Sudarshan Onkar" userId="a0d1e114-32c6-47f5-9e76-836019c8fb95" providerId="ADAL" clId="{B9327DA3-8FC9-4EA1-B942-704B76AF6AC0}" dt="2026-05-14T09:30:07.272" v="2743"/>
        <pc:sldMkLst>
          <pc:docMk/>
          <pc:sldMk cId="166029959" sldId="557"/>
        </pc:sldMkLst>
        <pc:spChg chg="mod">
          <ac:chgData name="Sudarshan Onkar" userId="a0d1e114-32c6-47f5-9e76-836019c8fb95" providerId="ADAL" clId="{B9327DA3-8FC9-4EA1-B942-704B76AF6AC0}" dt="2026-05-14T09:30:07.272" v="2743"/>
          <ac:spMkLst>
            <pc:docMk/>
            <pc:sldMk cId="166029959" sldId="557"/>
            <ac:spMk id="2" creationId="{FDF853D4-C6E1-F12C-D976-067CB714AEBA}"/>
          </ac:spMkLst>
        </pc:spChg>
      </pc:sldChg>
      <pc:sldChg chg="ord">
        <pc:chgData name="Sudarshan Onkar" userId="a0d1e114-32c6-47f5-9e76-836019c8fb95" providerId="ADAL" clId="{B9327DA3-8FC9-4EA1-B942-704B76AF6AC0}" dt="2026-05-14T07:27:09.702" v="2317"/>
        <pc:sldMkLst>
          <pc:docMk/>
          <pc:sldMk cId="2787936419" sldId="559"/>
        </pc:sldMkLst>
      </pc:sldChg>
      <pc:sldChg chg="addSp delSp modSp mod ord">
        <pc:chgData name="Sudarshan Onkar" userId="a0d1e114-32c6-47f5-9e76-836019c8fb95" providerId="ADAL" clId="{B9327DA3-8FC9-4EA1-B942-704B76AF6AC0}" dt="2026-05-14T09:27:00.458" v="2730" actId="1076"/>
        <pc:sldMkLst>
          <pc:docMk/>
          <pc:sldMk cId="2015825753" sldId="575"/>
        </pc:sldMkLst>
        <pc:spChg chg="add mod">
          <ac:chgData name="Sudarshan Onkar" userId="a0d1e114-32c6-47f5-9e76-836019c8fb95" providerId="ADAL" clId="{B9327DA3-8FC9-4EA1-B942-704B76AF6AC0}" dt="2026-05-14T09:26:56.541" v="2729" actId="1076"/>
          <ac:spMkLst>
            <pc:docMk/>
            <pc:sldMk cId="2015825753" sldId="575"/>
            <ac:spMk id="2" creationId="{295A2823-6907-2CED-DB9F-28EC048FA85F}"/>
          </ac:spMkLst>
        </pc:spChg>
        <pc:spChg chg="mod">
          <ac:chgData name="Sudarshan Onkar" userId="a0d1e114-32c6-47f5-9e76-836019c8fb95" providerId="ADAL" clId="{B9327DA3-8FC9-4EA1-B942-704B76AF6AC0}" dt="2026-05-14T09:26:56.541" v="2729" actId="1076"/>
          <ac:spMkLst>
            <pc:docMk/>
            <pc:sldMk cId="2015825753" sldId="575"/>
            <ac:spMk id="4" creationId="{788E0AEA-7665-FD12-581A-74D9846AB933}"/>
          </ac:spMkLst>
        </pc:spChg>
        <pc:spChg chg="mod">
          <ac:chgData name="Sudarshan Onkar" userId="a0d1e114-32c6-47f5-9e76-836019c8fb95" providerId="ADAL" clId="{B9327DA3-8FC9-4EA1-B942-704B76AF6AC0}" dt="2026-05-14T09:26:56.541" v="2729" actId="1076"/>
          <ac:spMkLst>
            <pc:docMk/>
            <pc:sldMk cId="2015825753" sldId="575"/>
            <ac:spMk id="21" creationId="{BD08B63B-914C-9873-D198-6776E3CAADF7}"/>
          </ac:spMkLst>
        </pc:spChg>
        <pc:spChg chg="mod">
          <ac:chgData name="Sudarshan Onkar" userId="a0d1e114-32c6-47f5-9e76-836019c8fb95" providerId="ADAL" clId="{B9327DA3-8FC9-4EA1-B942-704B76AF6AC0}" dt="2026-05-14T09:26:56.541" v="2729" actId="1076"/>
          <ac:spMkLst>
            <pc:docMk/>
            <pc:sldMk cId="2015825753" sldId="575"/>
            <ac:spMk id="25" creationId="{53FAD2FD-EC3A-DF89-955B-02AB763FDE07}"/>
          </ac:spMkLst>
        </pc:spChg>
        <pc:spChg chg="mod">
          <ac:chgData name="Sudarshan Onkar" userId="a0d1e114-32c6-47f5-9e76-836019c8fb95" providerId="ADAL" clId="{B9327DA3-8FC9-4EA1-B942-704B76AF6AC0}" dt="2026-05-14T09:27:00.458" v="2730" actId="1076"/>
          <ac:spMkLst>
            <pc:docMk/>
            <pc:sldMk cId="2015825753" sldId="575"/>
            <ac:spMk id="27" creationId="{D2AAECE9-90CF-2F62-242C-0EAD65E68A48}"/>
          </ac:spMkLst>
        </pc:spChg>
        <pc:spChg chg="mod">
          <ac:chgData name="Sudarshan Onkar" userId="a0d1e114-32c6-47f5-9e76-836019c8fb95" providerId="ADAL" clId="{B9327DA3-8FC9-4EA1-B942-704B76AF6AC0}" dt="2026-05-14T09:11:35.453" v="2643" actId="20577"/>
          <ac:spMkLst>
            <pc:docMk/>
            <pc:sldMk cId="2015825753" sldId="575"/>
            <ac:spMk id="1185" creationId="{A1D8F16D-CA4D-3193-2CAF-AA922CF3B135}"/>
          </ac:spMkLst>
        </pc:spChg>
      </pc:sldChg>
      <pc:sldChg chg="addSp delSp modSp mod">
        <pc:chgData name="Sudarshan Onkar" userId="a0d1e114-32c6-47f5-9e76-836019c8fb95" providerId="ADAL" clId="{B9327DA3-8FC9-4EA1-B942-704B76AF6AC0}" dt="2026-05-13T05:08:03.656" v="1181" actId="20577"/>
        <pc:sldMkLst>
          <pc:docMk/>
          <pc:sldMk cId="1954782314" sldId="617"/>
        </pc:sldMkLst>
        <pc:spChg chg="mod">
          <ac:chgData name="Sudarshan Onkar" userId="a0d1e114-32c6-47f5-9e76-836019c8fb95" providerId="ADAL" clId="{B9327DA3-8FC9-4EA1-B942-704B76AF6AC0}" dt="2026-05-13T05:02:08.836" v="1145" actId="113"/>
          <ac:spMkLst>
            <pc:docMk/>
            <pc:sldMk cId="1954782314" sldId="617"/>
            <ac:spMk id="3" creationId="{9A27907A-66E9-1AF4-24BD-E009AF966011}"/>
          </ac:spMkLst>
        </pc:spChg>
        <pc:spChg chg="mod">
          <ac:chgData name="Sudarshan Onkar" userId="a0d1e114-32c6-47f5-9e76-836019c8fb95" providerId="ADAL" clId="{B9327DA3-8FC9-4EA1-B942-704B76AF6AC0}" dt="2026-05-13T05:08:03.656" v="1181" actId="20577"/>
          <ac:spMkLst>
            <pc:docMk/>
            <pc:sldMk cId="1954782314" sldId="617"/>
            <ac:spMk id="9" creationId="{EAC0712A-AF56-ADD8-A4CD-68B08DEA026E}"/>
          </ac:spMkLst>
        </pc:spChg>
        <pc:spChg chg="mod">
          <ac:chgData name="Sudarshan Onkar" userId="a0d1e114-32c6-47f5-9e76-836019c8fb95" providerId="ADAL" clId="{B9327DA3-8FC9-4EA1-B942-704B76AF6AC0}" dt="2026-05-13T04:40:30.851" v="882"/>
          <ac:spMkLst>
            <pc:docMk/>
            <pc:sldMk cId="1954782314" sldId="617"/>
            <ac:spMk id="1185" creationId="{7F4F802F-9ADF-0D61-4E0C-9360B9DF4286}"/>
          </ac:spMkLst>
        </pc:spChg>
        <pc:picChg chg="add del mod">
          <ac:chgData name="Sudarshan Onkar" userId="a0d1e114-32c6-47f5-9e76-836019c8fb95" providerId="ADAL" clId="{B9327DA3-8FC9-4EA1-B942-704B76AF6AC0}" dt="2026-05-13T05:01:28.586" v="1143" actId="1076"/>
          <ac:picMkLst>
            <pc:docMk/>
            <pc:sldMk cId="1954782314" sldId="617"/>
            <ac:picMk id="47" creationId="{77CDA97E-3773-48EF-2326-1D7E4225F88F}"/>
          </ac:picMkLst>
        </pc:picChg>
        <pc:picChg chg="mod">
          <ac:chgData name="Sudarshan Onkar" userId="a0d1e114-32c6-47f5-9e76-836019c8fb95" providerId="ADAL" clId="{B9327DA3-8FC9-4EA1-B942-704B76AF6AC0}" dt="2026-05-13T05:01:19.129" v="1141" actId="1076"/>
          <ac:picMkLst>
            <pc:docMk/>
            <pc:sldMk cId="1954782314" sldId="617"/>
            <ac:picMk id="48" creationId="{0A97FAF7-85B8-970B-BBF5-E4F70314CA88}"/>
          </ac:picMkLst>
        </pc:picChg>
        <pc:picChg chg="mod">
          <ac:chgData name="Sudarshan Onkar" userId="a0d1e114-32c6-47f5-9e76-836019c8fb95" providerId="ADAL" clId="{B9327DA3-8FC9-4EA1-B942-704B76AF6AC0}" dt="2026-05-13T05:01:25.762" v="1142" actId="14100"/>
          <ac:picMkLst>
            <pc:docMk/>
            <pc:sldMk cId="1954782314" sldId="617"/>
            <ac:picMk id="49" creationId="{02F99B3B-5E48-ADAA-4F97-10B31171A0E7}"/>
          </ac:picMkLst>
        </pc:picChg>
      </pc:sldChg>
      <pc:sldChg chg="addSp delSp modSp mod">
        <pc:chgData name="Sudarshan Onkar" userId="a0d1e114-32c6-47f5-9e76-836019c8fb95" providerId="ADAL" clId="{B9327DA3-8FC9-4EA1-B942-704B76AF6AC0}" dt="2026-05-14T09:04:23.674" v="2637" actId="20577"/>
        <pc:sldMkLst>
          <pc:docMk/>
          <pc:sldMk cId="665546645" sldId="623"/>
        </pc:sldMkLst>
        <pc:spChg chg="mod">
          <ac:chgData name="Sudarshan Onkar" userId="a0d1e114-32c6-47f5-9e76-836019c8fb95" providerId="ADAL" clId="{B9327DA3-8FC9-4EA1-B942-704B76AF6AC0}" dt="2026-05-13T09:27:57.303" v="2075" actId="20577"/>
          <ac:spMkLst>
            <pc:docMk/>
            <pc:sldMk cId="665546645" sldId="623"/>
            <ac:spMk id="6" creationId="{783CBBF9-CDDF-6439-BF24-33858E1E70D0}"/>
          </ac:spMkLst>
        </pc:spChg>
        <pc:spChg chg="mod">
          <ac:chgData name="Sudarshan Onkar" userId="a0d1e114-32c6-47f5-9e76-836019c8fb95" providerId="ADAL" clId="{B9327DA3-8FC9-4EA1-B942-704B76AF6AC0}" dt="2026-05-14T08:56:29.179" v="2587" actId="20577"/>
          <ac:spMkLst>
            <pc:docMk/>
            <pc:sldMk cId="665546645" sldId="623"/>
            <ac:spMk id="27" creationId="{040BDC86-E97C-4D8E-D1E0-1064BD09A00D}"/>
          </ac:spMkLst>
        </pc:spChg>
        <pc:spChg chg="mod">
          <ac:chgData name="Sudarshan Onkar" userId="a0d1e114-32c6-47f5-9e76-836019c8fb95" providerId="ADAL" clId="{B9327DA3-8FC9-4EA1-B942-704B76AF6AC0}" dt="2026-05-13T09:29:27.361" v="2076"/>
          <ac:spMkLst>
            <pc:docMk/>
            <pc:sldMk cId="665546645" sldId="623"/>
            <ac:spMk id="55" creationId="{4213D739-63DB-B0A3-4F42-8521463F6DA4}"/>
          </ac:spMkLst>
        </pc:spChg>
        <pc:spChg chg="mod">
          <ac:chgData name="Sudarshan Onkar" userId="a0d1e114-32c6-47f5-9e76-836019c8fb95" providerId="ADAL" clId="{B9327DA3-8FC9-4EA1-B942-704B76AF6AC0}" dt="2026-05-13T09:31:29.734" v="2160" actId="1035"/>
          <ac:spMkLst>
            <pc:docMk/>
            <pc:sldMk cId="665546645" sldId="623"/>
            <ac:spMk id="56" creationId="{7262C8D7-D2C1-2455-200F-01B854572DF3}"/>
          </ac:spMkLst>
        </pc:spChg>
        <pc:spChg chg="mod">
          <ac:chgData name="Sudarshan Onkar" userId="a0d1e114-32c6-47f5-9e76-836019c8fb95" providerId="ADAL" clId="{B9327DA3-8FC9-4EA1-B942-704B76AF6AC0}" dt="2026-05-13T06:44:52.985" v="1738" actId="1035"/>
          <ac:spMkLst>
            <pc:docMk/>
            <pc:sldMk cId="665546645" sldId="623"/>
            <ac:spMk id="1176" creationId="{5F9F81E7-75CA-E796-8082-65A4D0733B16}"/>
          </ac:spMkLst>
        </pc:spChg>
        <pc:spChg chg="mod">
          <ac:chgData name="Sudarshan Onkar" userId="a0d1e114-32c6-47f5-9e76-836019c8fb95" providerId="ADAL" clId="{B9327DA3-8FC9-4EA1-B942-704B76AF6AC0}" dt="2026-05-14T09:04:23.674" v="2637" actId="20577"/>
          <ac:spMkLst>
            <pc:docMk/>
            <pc:sldMk cId="665546645" sldId="623"/>
            <ac:spMk id="1185" creationId="{ED06DF1B-5CF9-8C1C-6A4F-086EF33F2F4B}"/>
          </ac:spMkLst>
        </pc:spChg>
        <pc:grpChg chg="mod">
          <ac:chgData name="Sudarshan Onkar" userId="a0d1e114-32c6-47f5-9e76-836019c8fb95" providerId="ADAL" clId="{B9327DA3-8FC9-4EA1-B942-704B76AF6AC0}" dt="2026-05-13T06:43:05.442" v="1695"/>
          <ac:grpSpMkLst>
            <pc:docMk/>
            <pc:sldMk cId="665546645" sldId="623"/>
            <ac:grpSpMk id="13" creationId="{00F9BE7E-706E-3F2A-2FEA-AC4443FDE669}"/>
          </ac:grpSpMkLst>
        </pc:grpChg>
        <pc:grpChg chg="mod">
          <ac:chgData name="Sudarshan Onkar" userId="a0d1e114-32c6-47f5-9e76-836019c8fb95" providerId="ADAL" clId="{B9327DA3-8FC9-4EA1-B942-704B76AF6AC0}" dt="2026-05-13T09:29:27.361" v="2076"/>
          <ac:grpSpMkLst>
            <pc:docMk/>
            <pc:sldMk cId="665546645" sldId="623"/>
            <ac:grpSpMk id="57" creationId="{B1340441-0E39-D75D-E3D1-6317D5C572C9}"/>
          </ac:grpSpMkLst>
        </pc:grpChg>
        <pc:picChg chg="mod">
          <ac:chgData name="Sudarshan Onkar" userId="a0d1e114-32c6-47f5-9e76-836019c8fb95" providerId="ADAL" clId="{B9327DA3-8FC9-4EA1-B942-704B76AF6AC0}" dt="2026-05-13T09:29:27.361" v="2076"/>
          <ac:picMkLst>
            <pc:docMk/>
            <pc:sldMk cId="665546645" sldId="623"/>
            <ac:picMk id="54" creationId="{362E6C19-03E6-0964-8102-A23959E5B2A5}"/>
          </ac:picMkLst>
        </pc:picChg>
        <pc:inkChg chg="add mod">
          <ac:chgData name="Sudarshan Onkar" userId="a0d1e114-32c6-47f5-9e76-836019c8fb95" providerId="ADAL" clId="{B9327DA3-8FC9-4EA1-B942-704B76AF6AC0}" dt="2026-05-13T06:43:05.442" v="1695"/>
          <ac:inkMkLst>
            <pc:docMk/>
            <pc:sldMk cId="665546645" sldId="623"/>
            <ac:inkMk id="5" creationId="{7C1E70A1-C248-AA7F-9DB5-75C56EE4A6C6}"/>
          </ac:inkMkLst>
        </pc:inkChg>
        <pc:inkChg chg="add mod">
          <ac:chgData name="Sudarshan Onkar" userId="a0d1e114-32c6-47f5-9e76-836019c8fb95" providerId="ADAL" clId="{B9327DA3-8FC9-4EA1-B942-704B76AF6AC0}" dt="2026-05-13T06:43:05.442" v="1695"/>
          <ac:inkMkLst>
            <pc:docMk/>
            <pc:sldMk cId="665546645" sldId="623"/>
            <ac:inkMk id="7" creationId="{A8DCD182-5944-27DA-ED37-CF389E9D89B1}"/>
          </ac:inkMkLst>
        </pc:inkChg>
        <pc:inkChg chg="add del mod">
          <ac:chgData name="Sudarshan Onkar" userId="a0d1e114-32c6-47f5-9e76-836019c8fb95" providerId="ADAL" clId="{B9327DA3-8FC9-4EA1-B942-704B76AF6AC0}" dt="2026-05-13T06:43:05.442" v="1695"/>
          <ac:inkMkLst>
            <pc:docMk/>
            <pc:sldMk cId="665546645" sldId="623"/>
            <ac:inkMk id="11" creationId="{61A679A0-0738-3F98-CD1B-B645BEFF16EC}"/>
          </ac:inkMkLst>
        </pc:inkChg>
        <pc:inkChg chg="add del mod">
          <ac:chgData name="Sudarshan Onkar" userId="a0d1e114-32c6-47f5-9e76-836019c8fb95" providerId="ADAL" clId="{B9327DA3-8FC9-4EA1-B942-704B76AF6AC0}" dt="2026-05-13T06:43:05.442" v="1695"/>
          <ac:inkMkLst>
            <pc:docMk/>
            <pc:sldMk cId="665546645" sldId="623"/>
            <ac:inkMk id="12" creationId="{7AA97D76-04B9-FE43-1520-DBDBFFB9D392}"/>
          </ac:inkMkLst>
        </pc:inkChg>
        <pc:inkChg chg="add mod">
          <ac:chgData name="Sudarshan Onkar" userId="a0d1e114-32c6-47f5-9e76-836019c8fb95" providerId="ADAL" clId="{B9327DA3-8FC9-4EA1-B942-704B76AF6AC0}" dt="2026-05-13T06:43:20.784" v="1702"/>
          <ac:inkMkLst>
            <pc:docMk/>
            <pc:sldMk cId="665546645" sldId="623"/>
            <ac:inkMk id="14" creationId="{97482A2B-EF90-14CB-03F0-1354F91BA1AD}"/>
          </ac:inkMkLst>
        </pc:inkChg>
        <pc:inkChg chg="add">
          <ac:chgData name="Sudarshan Onkar" userId="a0d1e114-32c6-47f5-9e76-836019c8fb95" providerId="ADAL" clId="{B9327DA3-8FC9-4EA1-B942-704B76AF6AC0}" dt="2026-05-13T06:43:30.497" v="1707" actId="9405"/>
          <ac:inkMkLst>
            <pc:docMk/>
            <pc:sldMk cId="665546645" sldId="623"/>
            <ac:inkMk id="36" creationId="{1636196F-51BE-907F-D381-A6C2B2D55F8C}"/>
          </ac:inkMkLst>
        </pc:inkChg>
        <pc:inkChg chg="add mod">
          <ac:chgData name="Sudarshan Onkar" userId="a0d1e114-32c6-47f5-9e76-836019c8fb95" providerId="ADAL" clId="{B9327DA3-8FC9-4EA1-B942-704B76AF6AC0}" dt="2026-05-13T06:44:56.558" v="1748" actId="1036"/>
          <ac:inkMkLst>
            <pc:docMk/>
            <pc:sldMk cId="665546645" sldId="623"/>
            <ac:inkMk id="37" creationId="{45D70A7A-E915-212F-6717-6C4B55A913E2}"/>
          </ac:inkMkLst>
        </pc:inkChg>
        <pc:inkChg chg="add">
          <ac:chgData name="Sudarshan Onkar" userId="a0d1e114-32c6-47f5-9e76-836019c8fb95" providerId="ADAL" clId="{B9327DA3-8FC9-4EA1-B942-704B76AF6AC0}" dt="2026-05-13T06:45:02.948" v="1749" actId="9405"/>
          <ac:inkMkLst>
            <pc:docMk/>
            <pc:sldMk cId="665546645" sldId="623"/>
            <ac:inkMk id="39" creationId="{98273F50-46BA-A1D1-E519-547C7C4FF628}"/>
          </ac:inkMkLst>
        </pc:inkChg>
      </pc:sldChg>
      <pc:sldChg chg="modSp mod">
        <pc:chgData name="Sudarshan Onkar" userId="a0d1e114-32c6-47f5-9e76-836019c8fb95" providerId="ADAL" clId="{B9327DA3-8FC9-4EA1-B942-704B76AF6AC0}" dt="2026-05-13T10:05:40.596" v="2249" actId="1035"/>
        <pc:sldMkLst>
          <pc:docMk/>
          <pc:sldMk cId="3066813712" sldId="632"/>
        </pc:sldMkLst>
        <pc:spChg chg="mod">
          <ac:chgData name="Sudarshan Onkar" userId="a0d1e114-32c6-47f5-9e76-836019c8fb95" providerId="ADAL" clId="{B9327DA3-8FC9-4EA1-B942-704B76AF6AC0}" dt="2026-05-12T13:48:09.720" v="169" actId="20577"/>
          <ac:spMkLst>
            <pc:docMk/>
            <pc:sldMk cId="3066813712" sldId="632"/>
            <ac:spMk id="3" creationId="{C715B3EA-BE0A-3807-2A3A-F7EDDC171A23}"/>
          </ac:spMkLst>
        </pc:spChg>
        <pc:graphicFrameChg chg="mod modGraphic">
          <ac:chgData name="Sudarshan Onkar" userId="a0d1e114-32c6-47f5-9e76-836019c8fb95" providerId="ADAL" clId="{B9327DA3-8FC9-4EA1-B942-704B76AF6AC0}" dt="2026-05-13T10:05:40.596" v="2249" actId="1035"/>
          <ac:graphicFrameMkLst>
            <pc:docMk/>
            <pc:sldMk cId="3066813712" sldId="632"/>
            <ac:graphicFrameMk id="2" creationId="{0A8C057A-ECC4-BECE-AD26-5403086C6B5B}"/>
          </ac:graphicFrameMkLst>
        </pc:graphicFrameChg>
      </pc:sldChg>
      <pc:sldChg chg="addSp delSp modSp mod ord">
        <pc:chgData name="Sudarshan Onkar" userId="a0d1e114-32c6-47f5-9e76-836019c8fb95" providerId="ADAL" clId="{B9327DA3-8FC9-4EA1-B942-704B76AF6AC0}" dt="2026-05-14T09:03:16.225" v="2620"/>
        <pc:sldMkLst>
          <pc:docMk/>
          <pc:sldMk cId="4205069134" sldId="633"/>
        </pc:sldMkLst>
        <pc:spChg chg="mod">
          <ac:chgData name="Sudarshan Onkar" userId="a0d1e114-32c6-47f5-9e76-836019c8fb95" providerId="ADAL" clId="{B9327DA3-8FC9-4EA1-B942-704B76AF6AC0}" dt="2026-05-14T08:26:04.617" v="2471" actId="108"/>
          <ac:spMkLst>
            <pc:docMk/>
            <pc:sldMk cId="4205069134" sldId="633"/>
            <ac:spMk id="7" creationId="{74295247-D7AA-FFF1-8E19-5E1CE4279E04}"/>
          </ac:spMkLst>
        </pc:spChg>
        <pc:spChg chg="add del mod">
          <ac:chgData name="Sudarshan Onkar" userId="a0d1e114-32c6-47f5-9e76-836019c8fb95" providerId="ADAL" clId="{B9327DA3-8FC9-4EA1-B942-704B76AF6AC0}" dt="2026-05-14T08:54:36.664" v="2534" actId="478"/>
          <ac:spMkLst>
            <pc:docMk/>
            <pc:sldMk cId="4205069134" sldId="633"/>
            <ac:spMk id="8" creationId="{97BCD2D8-D2F2-A0AF-8751-ACC6AC2AF3A6}"/>
          </ac:spMkLst>
        </pc:spChg>
        <pc:spChg chg="mod">
          <ac:chgData name="Sudarshan Onkar" userId="a0d1e114-32c6-47f5-9e76-836019c8fb95" providerId="ADAL" clId="{B9327DA3-8FC9-4EA1-B942-704B76AF6AC0}" dt="2026-05-14T08:26:11.067" v="2473" actId="1076"/>
          <ac:spMkLst>
            <pc:docMk/>
            <pc:sldMk cId="4205069134" sldId="633"/>
            <ac:spMk id="11" creationId="{28C0F6A0-65F8-9C64-FA7C-A486675D6C4E}"/>
          </ac:spMkLst>
        </pc:spChg>
        <pc:spChg chg="mod">
          <ac:chgData name="Sudarshan Onkar" userId="a0d1e114-32c6-47f5-9e76-836019c8fb95" providerId="ADAL" clId="{B9327DA3-8FC9-4EA1-B942-704B76AF6AC0}" dt="2026-05-14T08:20:21.496" v="2434" actId="1076"/>
          <ac:spMkLst>
            <pc:docMk/>
            <pc:sldMk cId="4205069134" sldId="633"/>
            <ac:spMk id="12" creationId="{0693D4FB-55E0-18C5-224E-20F9821712A2}"/>
          </ac:spMkLst>
        </pc:spChg>
        <pc:spChg chg="mod">
          <ac:chgData name="Sudarshan Onkar" userId="a0d1e114-32c6-47f5-9e76-836019c8fb95" providerId="ADAL" clId="{B9327DA3-8FC9-4EA1-B942-704B76AF6AC0}" dt="2026-05-14T08:20:21.496" v="2434" actId="1076"/>
          <ac:spMkLst>
            <pc:docMk/>
            <pc:sldMk cId="4205069134" sldId="633"/>
            <ac:spMk id="15" creationId="{C4089A0F-A6F3-BE8D-82BB-EC363A412B53}"/>
          </ac:spMkLst>
        </pc:spChg>
        <pc:spChg chg="mod">
          <ac:chgData name="Sudarshan Onkar" userId="a0d1e114-32c6-47f5-9e76-836019c8fb95" providerId="ADAL" clId="{B9327DA3-8FC9-4EA1-B942-704B76AF6AC0}" dt="2026-05-14T08:31:01.917" v="2500" actId="1076"/>
          <ac:spMkLst>
            <pc:docMk/>
            <pc:sldMk cId="4205069134" sldId="633"/>
            <ac:spMk id="21" creationId="{A57E588E-6684-2B58-0D48-02A680D05607}"/>
          </ac:spMkLst>
        </pc:spChg>
        <pc:spChg chg="mod">
          <ac:chgData name="Sudarshan Onkar" userId="a0d1e114-32c6-47f5-9e76-836019c8fb95" providerId="ADAL" clId="{B9327DA3-8FC9-4EA1-B942-704B76AF6AC0}" dt="2026-05-14T08:54:59.910" v="2536" actId="1076"/>
          <ac:spMkLst>
            <pc:docMk/>
            <pc:sldMk cId="4205069134" sldId="633"/>
            <ac:spMk id="22" creationId="{0A07FF4B-6306-4D24-E3B2-6675B81819DD}"/>
          </ac:spMkLst>
        </pc:spChg>
        <pc:spChg chg="mod">
          <ac:chgData name="Sudarshan Onkar" userId="a0d1e114-32c6-47f5-9e76-836019c8fb95" providerId="ADAL" clId="{B9327DA3-8FC9-4EA1-B942-704B76AF6AC0}" dt="2026-05-14T08:27:59.833" v="2483" actId="20577"/>
          <ac:spMkLst>
            <pc:docMk/>
            <pc:sldMk cId="4205069134" sldId="633"/>
            <ac:spMk id="25" creationId="{467E1CE2-4FFD-9CCD-50BC-84FBCAEFFC72}"/>
          </ac:spMkLst>
        </pc:spChg>
        <pc:spChg chg="mod">
          <ac:chgData name="Sudarshan Onkar" userId="a0d1e114-32c6-47f5-9e76-836019c8fb95" providerId="ADAL" clId="{B9327DA3-8FC9-4EA1-B942-704B76AF6AC0}" dt="2026-05-14T08:27:57.824" v="2482" actId="20577"/>
          <ac:spMkLst>
            <pc:docMk/>
            <pc:sldMk cId="4205069134" sldId="633"/>
            <ac:spMk id="32" creationId="{07E30573-F196-AD8F-79F4-B030D75D863B}"/>
          </ac:spMkLst>
        </pc:spChg>
        <pc:spChg chg="mod">
          <ac:chgData name="Sudarshan Onkar" userId="a0d1e114-32c6-47f5-9e76-836019c8fb95" providerId="ADAL" clId="{B9327DA3-8FC9-4EA1-B942-704B76AF6AC0}" dt="2026-05-14T08:28:41.950" v="2489" actId="1076"/>
          <ac:spMkLst>
            <pc:docMk/>
            <pc:sldMk cId="4205069134" sldId="633"/>
            <ac:spMk id="35" creationId="{DE30A79C-0522-C810-EAF7-6C38ACB54543}"/>
          </ac:spMkLst>
        </pc:spChg>
        <pc:spChg chg="mod">
          <ac:chgData name="Sudarshan Onkar" userId="a0d1e114-32c6-47f5-9e76-836019c8fb95" providerId="ADAL" clId="{B9327DA3-8FC9-4EA1-B942-704B76AF6AC0}" dt="2026-05-13T10:07:56.553" v="2303" actId="20577"/>
          <ac:spMkLst>
            <pc:docMk/>
            <pc:sldMk cId="4205069134" sldId="633"/>
            <ac:spMk id="1185" creationId="{63221CB9-47A6-FE44-DEB0-1C422BAC6480}"/>
          </ac:spMkLst>
        </pc:spChg>
        <pc:picChg chg="mod">
          <ac:chgData name="Sudarshan Onkar" userId="a0d1e114-32c6-47f5-9e76-836019c8fb95" providerId="ADAL" clId="{B9327DA3-8FC9-4EA1-B942-704B76AF6AC0}" dt="2026-05-14T08:30:46.381" v="2494" actId="1076"/>
          <ac:picMkLst>
            <pc:docMk/>
            <pc:sldMk cId="4205069134" sldId="633"/>
            <ac:picMk id="6" creationId="{ACA847B1-8988-2F2E-10AB-6B433FB78487}"/>
          </ac:picMkLst>
        </pc:picChg>
        <pc:picChg chg="mod">
          <ac:chgData name="Sudarshan Onkar" userId="a0d1e114-32c6-47f5-9e76-836019c8fb95" providerId="ADAL" clId="{B9327DA3-8FC9-4EA1-B942-704B76AF6AC0}" dt="2026-05-14T08:30:55.223" v="2497" actId="1076"/>
          <ac:picMkLst>
            <pc:docMk/>
            <pc:sldMk cId="4205069134" sldId="633"/>
            <ac:picMk id="16" creationId="{6F6D50BF-41B0-79B9-F126-AA3B6524F90A}"/>
          </ac:picMkLst>
        </pc:picChg>
        <pc:picChg chg="add mod">
          <ac:chgData name="Sudarshan Onkar" userId="a0d1e114-32c6-47f5-9e76-836019c8fb95" providerId="ADAL" clId="{B9327DA3-8FC9-4EA1-B942-704B76AF6AC0}" dt="2026-05-14T08:47:09.453" v="2511" actId="1076"/>
          <ac:picMkLst>
            <pc:docMk/>
            <pc:sldMk cId="4205069134" sldId="633"/>
            <ac:picMk id="17" creationId="{210027AF-40AF-FC3D-1F6A-3F62DEE93CD3}"/>
          </ac:picMkLst>
        </pc:picChg>
        <pc:picChg chg="mod">
          <ac:chgData name="Sudarshan Onkar" userId="a0d1e114-32c6-47f5-9e76-836019c8fb95" providerId="ADAL" clId="{B9327DA3-8FC9-4EA1-B942-704B76AF6AC0}" dt="2026-05-14T08:31:17.114" v="2501" actId="1076"/>
          <ac:picMkLst>
            <pc:docMk/>
            <pc:sldMk cId="4205069134" sldId="633"/>
            <ac:picMk id="20" creationId="{4E90445F-25F7-0B40-AB3C-59C8C9976E76}"/>
          </ac:picMkLst>
        </pc:picChg>
        <pc:picChg chg="add mod">
          <ac:chgData name="Sudarshan Onkar" userId="a0d1e114-32c6-47f5-9e76-836019c8fb95" providerId="ADAL" clId="{B9327DA3-8FC9-4EA1-B942-704B76AF6AC0}" dt="2026-05-14T08:51:26.566" v="2521" actId="1076"/>
          <ac:picMkLst>
            <pc:docMk/>
            <pc:sldMk cId="4205069134" sldId="633"/>
            <ac:picMk id="24" creationId="{9070A014-9CC7-7C2E-FE45-56D56656C18B}"/>
          </ac:picMkLst>
        </pc:picChg>
        <pc:picChg chg="add mod">
          <ac:chgData name="Sudarshan Onkar" userId="a0d1e114-32c6-47f5-9e76-836019c8fb95" providerId="ADAL" clId="{B9327DA3-8FC9-4EA1-B942-704B76AF6AC0}" dt="2026-05-14T08:54:29.690" v="2531" actId="1076"/>
          <ac:picMkLst>
            <pc:docMk/>
            <pc:sldMk cId="4205069134" sldId="633"/>
            <ac:picMk id="28" creationId="{8063423C-D608-97ED-9431-D81A17B061CD}"/>
          </ac:picMkLst>
        </pc:picChg>
        <pc:picChg chg="mod">
          <ac:chgData name="Sudarshan Onkar" userId="a0d1e114-32c6-47f5-9e76-836019c8fb95" providerId="ADAL" clId="{B9327DA3-8FC9-4EA1-B942-704B76AF6AC0}" dt="2026-05-12T13:30:41.097" v="29" actId="1076"/>
          <ac:picMkLst>
            <pc:docMk/>
            <pc:sldMk cId="4205069134" sldId="633"/>
            <ac:picMk id="29" creationId="{BB0C7AD3-A359-5361-02E0-FD89BE431B2C}"/>
          </ac:picMkLst>
        </pc:picChg>
        <pc:picChg chg="mod">
          <ac:chgData name="Sudarshan Onkar" userId="a0d1e114-32c6-47f5-9e76-836019c8fb95" providerId="ADAL" clId="{B9327DA3-8FC9-4EA1-B942-704B76AF6AC0}" dt="2026-05-14T08:27:51.733" v="2481" actId="1076"/>
          <ac:picMkLst>
            <pc:docMk/>
            <pc:sldMk cId="4205069134" sldId="633"/>
            <ac:picMk id="31" creationId="{B8BC9EC2-C607-1795-1EF0-1972E95BFC73}"/>
          </ac:picMkLst>
        </pc:picChg>
      </pc:sldChg>
      <pc:sldChg chg="delSp modSp add mod">
        <pc:chgData name="Sudarshan Onkar" userId="a0d1e114-32c6-47f5-9e76-836019c8fb95" providerId="ADAL" clId="{B9327DA3-8FC9-4EA1-B942-704B76AF6AC0}" dt="2026-05-13T05:20:08.716" v="1276"/>
        <pc:sldMkLst>
          <pc:docMk/>
          <pc:sldMk cId="3715811867" sldId="634"/>
        </pc:sldMkLst>
        <pc:spChg chg="mod">
          <ac:chgData name="Sudarshan Onkar" userId="a0d1e114-32c6-47f5-9e76-836019c8fb95" providerId="ADAL" clId="{B9327DA3-8FC9-4EA1-B942-704B76AF6AC0}" dt="2026-05-13T05:13:27.796" v="1266" actId="113"/>
          <ac:spMkLst>
            <pc:docMk/>
            <pc:sldMk cId="3715811867" sldId="634"/>
            <ac:spMk id="9" creationId="{C3E42348-F2F8-DB56-769F-8726E80ED4B9}"/>
          </ac:spMkLst>
        </pc:spChg>
        <pc:spChg chg="mod">
          <ac:chgData name="Sudarshan Onkar" userId="a0d1e114-32c6-47f5-9e76-836019c8fb95" providerId="ADAL" clId="{B9327DA3-8FC9-4EA1-B942-704B76AF6AC0}" dt="2026-05-13T05:20:08.716" v="1276"/>
          <ac:spMkLst>
            <pc:docMk/>
            <pc:sldMk cId="3715811867" sldId="634"/>
            <ac:spMk id="1185" creationId="{459822E9-DA25-4E14-87E8-4E0A96050221}"/>
          </ac:spMkLst>
        </pc:spChg>
        <pc:picChg chg="mod">
          <ac:chgData name="Sudarshan Onkar" userId="a0d1e114-32c6-47f5-9e76-836019c8fb95" providerId="ADAL" clId="{B9327DA3-8FC9-4EA1-B942-704B76AF6AC0}" dt="2026-05-13T05:12:30.967" v="1257" actId="14100"/>
          <ac:picMkLst>
            <pc:docMk/>
            <pc:sldMk cId="3715811867" sldId="634"/>
            <ac:picMk id="2" creationId="{1BD1ADA5-5752-6200-229C-01DAA4C84DB4}"/>
          </ac:picMkLst>
        </pc:picChg>
        <pc:picChg chg="mod">
          <ac:chgData name="Sudarshan Onkar" userId="a0d1e114-32c6-47f5-9e76-836019c8fb95" providerId="ADAL" clId="{B9327DA3-8FC9-4EA1-B942-704B76AF6AC0}" dt="2026-05-13T05:12:06.034" v="1250" actId="1076"/>
          <ac:picMkLst>
            <pc:docMk/>
            <pc:sldMk cId="3715811867" sldId="634"/>
            <ac:picMk id="5" creationId="{F199C3CF-0579-7FF0-D5B1-D405F670C0A3}"/>
          </ac:picMkLst>
        </pc:picChg>
        <pc:picChg chg="mod">
          <ac:chgData name="Sudarshan Onkar" userId="a0d1e114-32c6-47f5-9e76-836019c8fb95" providerId="ADAL" clId="{B9327DA3-8FC9-4EA1-B942-704B76AF6AC0}" dt="2026-05-13T05:12:47.443" v="1261" actId="1076"/>
          <ac:picMkLst>
            <pc:docMk/>
            <pc:sldMk cId="3715811867" sldId="634"/>
            <ac:picMk id="8" creationId="{B7A3A6DB-CCDA-CDCE-D3A6-CF7A862A58E7}"/>
          </ac:picMkLst>
        </pc:picChg>
        <pc:picChg chg="mod">
          <ac:chgData name="Sudarshan Onkar" userId="a0d1e114-32c6-47f5-9e76-836019c8fb95" providerId="ADAL" clId="{B9327DA3-8FC9-4EA1-B942-704B76AF6AC0}" dt="2026-05-13T05:12:38.274" v="1259" actId="1076"/>
          <ac:picMkLst>
            <pc:docMk/>
            <pc:sldMk cId="3715811867" sldId="634"/>
            <ac:picMk id="10" creationId="{2FFE3722-0CE2-C0B7-C38F-C6715EDE39E8}"/>
          </ac:picMkLst>
        </pc:picChg>
        <pc:picChg chg="mod">
          <ac:chgData name="Sudarshan Onkar" userId="a0d1e114-32c6-47f5-9e76-836019c8fb95" providerId="ADAL" clId="{B9327DA3-8FC9-4EA1-B942-704B76AF6AC0}" dt="2026-05-13T05:12:53.322" v="1263" actId="1076"/>
          <ac:picMkLst>
            <pc:docMk/>
            <pc:sldMk cId="3715811867" sldId="634"/>
            <ac:picMk id="43" creationId="{B19AAD5E-191B-6543-8B30-3D04165F0BA3}"/>
          </ac:picMkLst>
        </pc:picChg>
      </pc:sldChg>
      <pc:sldChg chg="modSp add mod">
        <pc:chgData name="Sudarshan Onkar" userId="a0d1e114-32c6-47f5-9e76-836019c8fb95" providerId="ADAL" clId="{B9327DA3-8FC9-4EA1-B942-704B76AF6AC0}" dt="2026-05-13T07:17:40.211" v="1880" actId="1035"/>
        <pc:sldMkLst>
          <pc:docMk/>
          <pc:sldMk cId="1235501282" sldId="638"/>
        </pc:sldMkLst>
        <pc:picChg chg="mod">
          <ac:chgData name="Sudarshan Onkar" userId="a0d1e114-32c6-47f5-9e76-836019c8fb95" providerId="ADAL" clId="{B9327DA3-8FC9-4EA1-B942-704B76AF6AC0}" dt="2026-05-13T07:17:40.211" v="1880" actId="1035"/>
          <ac:picMkLst>
            <pc:docMk/>
            <pc:sldMk cId="1235501282" sldId="638"/>
            <ac:picMk id="5" creationId="{B360FB9B-9057-65CC-138B-520E5F26655A}"/>
          </ac:picMkLst>
        </pc:picChg>
      </pc:sldChg>
      <pc:sldChg chg="addSp delSp modSp add mod">
        <pc:chgData name="Sudarshan Onkar" userId="a0d1e114-32c6-47f5-9e76-836019c8fb95" providerId="ADAL" clId="{B9327DA3-8FC9-4EA1-B942-704B76AF6AC0}" dt="2026-05-13T07:17:24.106" v="1866" actId="1036"/>
        <pc:sldMkLst>
          <pc:docMk/>
          <pc:sldMk cId="3313508887" sldId="639"/>
        </pc:sldMkLst>
        <pc:picChg chg="add mod">
          <ac:chgData name="Sudarshan Onkar" userId="a0d1e114-32c6-47f5-9e76-836019c8fb95" providerId="ADAL" clId="{B9327DA3-8FC9-4EA1-B942-704B76AF6AC0}" dt="2026-05-13T07:17:24.106" v="1866" actId="1036"/>
          <ac:picMkLst>
            <pc:docMk/>
            <pc:sldMk cId="3313508887" sldId="639"/>
            <ac:picMk id="3" creationId="{7CC401B7-F2CC-2F9A-180F-C90485959D05}"/>
          </ac:picMkLst>
        </pc:picChg>
      </pc:sldChg>
      <pc:sldChg chg="modSp add mod ord">
        <pc:chgData name="Sudarshan Onkar" userId="a0d1e114-32c6-47f5-9e76-836019c8fb95" providerId="ADAL" clId="{B9327DA3-8FC9-4EA1-B942-704B76AF6AC0}" dt="2026-05-14T09:03:18.061" v="2622"/>
        <pc:sldMkLst>
          <pc:docMk/>
          <pc:sldMk cId="31809802" sldId="641"/>
        </pc:sldMkLst>
        <pc:spChg chg="mod">
          <ac:chgData name="Sudarshan Onkar" userId="a0d1e114-32c6-47f5-9e76-836019c8fb95" providerId="ADAL" clId="{B9327DA3-8FC9-4EA1-B942-704B76AF6AC0}" dt="2026-05-13T10:15:22.204" v="2312" actId="20577"/>
          <ac:spMkLst>
            <pc:docMk/>
            <pc:sldMk cId="31809802" sldId="641"/>
            <ac:spMk id="7" creationId="{F0477E46-1B95-B6C6-23CD-08FA3D222B16}"/>
          </ac:spMkLst>
        </pc:spChg>
        <pc:spChg chg="mod">
          <ac:chgData name="Sudarshan Onkar" userId="a0d1e114-32c6-47f5-9e76-836019c8fb95" providerId="ADAL" clId="{B9327DA3-8FC9-4EA1-B942-704B76AF6AC0}" dt="2026-05-13T10:16:32.977" v="2315" actId="13926"/>
          <ac:spMkLst>
            <pc:docMk/>
            <pc:sldMk cId="31809802" sldId="641"/>
            <ac:spMk id="11" creationId="{696FAF8C-008D-CD84-4889-397A905075F8}"/>
          </ac:spMkLst>
        </pc:spChg>
      </pc:sldChg>
      <pc:sldChg chg="modSp add mod">
        <pc:chgData name="Sudarshan Onkar" userId="a0d1e114-32c6-47f5-9e76-836019c8fb95" providerId="ADAL" clId="{B9327DA3-8FC9-4EA1-B942-704B76AF6AC0}" dt="2026-05-14T09:31:58.088" v="2769" actId="1076"/>
        <pc:sldMkLst>
          <pc:docMk/>
          <pc:sldMk cId="1772976838" sldId="642"/>
        </pc:sldMkLst>
        <pc:spChg chg="mod">
          <ac:chgData name="Sudarshan Onkar" userId="a0d1e114-32c6-47f5-9e76-836019c8fb95" providerId="ADAL" clId="{B9327DA3-8FC9-4EA1-B942-704B76AF6AC0}" dt="2026-05-14T09:31:58.088" v="2769" actId="1076"/>
          <ac:spMkLst>
            <pc:docMk/>
            <pc:sldMk cId="1772976838" sldId="642"/>
            <ac:spMk id="27" creationId="{AB238CBC-E72B-EA87-1A01-90AC28F4B1FE}"/>
          </ac:spMkLst>
        </pc:spChg>
      </pc:sldChg>
      <pc:sldChg chg="addSp delSp modSp add mod">
        <pc:chgData name="Sudarshan Onkar" userId="a0d1e114-32c6-47f5-9e76-836019c8fb95" providerId="ADAL" clId="{B9327DA3-8FC9-4EA1-B942-704B76AF6AC0}" dt="2026-05-14T09:44:27.163" v="2919" actId="1076"/>
        <pc:sldMkLst>
          <pc:docMk/>
          <pc:sldMk cId="1317898252" sldId="643"/>
        </pc:sldMkLst>
        <pc:spChg chg="add mod">
          <ac:chgData name="Sudarshan Onkar" userId="a0d1e114-32c6-47f5-9e76-836019c8fb95" providerId="ADAL" clId="{B9327DA3-8FC9-4EA1-B942-704B76AF6AC0}" dt="2026-05-14T09:39:15.035" v="2861" actId="1076"/>
          <ac:spMkLst>
            <pc:docMk/>
            <pc:sldMk cId="1317898252" sldId="643"/>
            <ac:spMk id="3" creationId="{A99B81E2-852B-E639-02F0-2FB5A13279FF}"/>
          </ac:spMkLst>
        </pc:spChg>
        <pc:spChg chg="add mod">
          <ac:chgData name="Sudarshan Onkar" userId="a0d1e114-32c6-47f5-9e76-836019c8fb95" providerId="ADAL" clId="{B9327DA3-8FC9-4EA1-B942-704B76AF6AC0}" dt="2026-05-14T09:44:08.130" v="2916" actId="1076"/>
          <ac:spMkLst>
            <pc:docMk/>
            <pc:sldMk cId="1317898252" sldId="643"/>
            <ac:spMk id="7" creationId="{669C323A-5006-C24C-767B-4A3B605DAB71}"/>
          </ac:spMkLst>
        </pc:spChg>
        <pc:spChg chg="add mod">
          <ac:chgData name="Sudarshan Onkar" userId="a0d1e114-32c6-47f5-9e76-836019c8fb95" providerId="ADAL" clId="{B9327DA3-8FC9-4EA1-B942-704B76AF6AC0}" dt="2026-05-14T09:41:39.789" v="2884" actId="164"/>
          <ac:spMkLst>
            <pc:docMk/>
            <pc:sldMk cId="1317898252" sldId="643"/>
            <ac:spMk id="10" creationId="{21F13AD5-B6B4-A54C-9B6C-C8EF1F242D43}"/>
          </ac:spMkLst>
        </pc:spChg>
        <pc:spChg chg="add mod topLvl">
          <ac:chgData name="Sudarshan Onkar" userId="a0d1e114-32c6-47f5-9e76-836019c8fb95" providerId="ADAL" clId="{B9327DA3-8FC9-4EA1-B942-704B76AF6AC0}" dt="2026-05-14T09:42:10.838" v="2892" actId="20577"/>
          <ac:spMkLst>
            <pc:docMk/>
            <pc:sldMk cId="1317898252" sldId="643"/>
            <ac:spMk id="13" creationId="{821C7A47-6321-F0DA-78A3-392E8842C731}"/>
          </ac:spMkLst>
        </pc:spChg>
        <pc:spChg chg="add mod topLvl">
          <ac:chgData name="Sudarshan Onkar" userId="a0d1e114-32c6-47f5-9e76-836019c8fb95" providerId="ADAL" clId="{B9327DA3-8FC9-4EA1-B942-704B76AF6AC0}" dt="2026-05-14T09:40:54.081" v="2878" actId="164"/>
          <ac:spMkLst>
            <pc:docMk/>
            <pc:sldMk cId="1317898252" sldId="643"/>
            <ac:spMk id="15" creationId="{21243476-82CE-EC37-1607-CB74ADAD1C7E}"/>
          </ac:spMkLst>
        </pc:spChg>
        <pc:spChg chg="add mod">
          <ac:chgData name="Sudarshan Onkar" userId="a0d1e114-32c6-47f5-9e76-836019c8fb95" providerId="ADAL" clId="{B9327DA3-8FC9-4EA1-B942-704B76AF6AC0}" dt="2026-05-14T09:43:54.631" v="2913" actId="164"/>
          <ac:spMkLst>
            <pc:docMk/>
            <pc:sldMk cId="1317898252" sldId="643"/>
            <ac:spMk id="17" creationId="{C3D328E7-BE57-ECBB-3FA6-22BDD81F80FA}"/>
          </ac:spMkLst>
        </pc:spChg>
        <pc:spChg chg="add mod">
          <ac:chgData name="Sudarshan Onkar" userId="a0d1e114-32c6-47f5-9e76-836019c8fb95" providerId="ADAL" clId="{B9327DA3-8FC9-4EA1-B942-704B76AF6AC0}" dt="2026-05-14T09:43:54.631" v="2913" actId="164"/>
          <ac:spMkLst>
            <pc:docMk/>
            <pc:sldMk cId="1317898252" sldId="643"/>
            <ac:spMk id="18" creationId="{AA21BC4B-3EE1-C288-8803-11AE15989166}"/>
          </ac:spMkLst>
        </pc:spChg>
        <pc:grpChg chg="add mod">
          <ac:chgData name="Sudarshan Onkar" userId="a0d1e114-32c6-47f5-9e76-836019c8fb95" providerId="ADAL" clId="{B9327DA3-8FC9-4EA1-B942-704B76AF6AC0}" dt="2026-05-14T09:40:54.081" v="2878" actId="164"/>
          <ac:grpSpMkLst>
            <pc:docMk/>
            <pc:sldMk cId="1317898252" sldId="643"/>
            <ac:grpSpMk id="22" creationId="{544727C6-6D09-29FD-1401-1686C74F3450}"/>
          </ac:grpSpMkLst>
        </pc:grpChg>
        <pc:grpChg chg="add mod">
          <ac:chgData name="Sudarshan Onkar" userId="a0d1e114-32c6-47f5-9e76-836019c8fb95" providerId="ADAL" clId="{B9327DA3-8FC9-4EA1-B942-704B76AF6AC0}" dt="2026-05-14T09:44:14.513" v="2917" actId="1076"/>
          <ac:grpSpMkLst>
            <pc:docMk/>
            <pc:sldMk cId="1317898252" sldId="643"/>
            <ac:grpSpMk id="24" creationId="{193AC3EE-6C2D-C0AB-E635-DA3B210D0453}"/>
          </ac:grpSpMkLst>
        </pc:grpChg>
        <pc:grpChg chg="add mod">
          <ac:chgData name="Sudarshan Onkar" userId="a0d1e114-32c6-47f5-9e76-836019c8fb95" providerId="ADAL" clId="{B9327DA3-8FC9-4EA1-B942-704B76AF6AC0}" dt="2026-05-14T09:44:27.163" v="2919" actId="1076"/>
          <ac:grpSpMkLst>
            <pc:docMk/>
            <pc:sldMk cId="1317898252" sldId="643"/>
            <ac:grpSpMk id="28" creationId="{C7211887-2D79-808A-112D-BA0530DCD66A}"/>
          </ac:grpSpMkLst>
        </pc:grpChg>
        <pc:picChg chg="add mod">
          <ac:chgData name="Sudarshan Onkar" userId="a0d1e114-32c6-47f5-9e76-836019c8fb95" providerId="ADAL" clId="{B9327DA3-8FC9-4EA1-B942-704B76AF6AC0}" dt="2026-05-14T09:41:39.789" v="2884" actId="164"/>
          <ac:picMkLst>
            <pc:docMk/>
            <pc:sldMk cId="1317898252" sldId="643"/>
            <ac:picMk id="9" creationId="{01B77398-FA24-F254-4D96-1FA2E197DEFD}"/>
          </ac:picMkLst>
        </pc:picChg>
        <pc:picChg chg="add mod">
          <ac:chgData name="Sudarshan Onkar" userId="a0d1e114-32c6-47f5-9e76-836019c8fb95" providerId="ADAL" clId="{B9327DA3-8FC9-4EA1-B942-704B76AF6AC0}" dt="2026-05-14T09:43:54.631" v="2913" actId="164"/>
          <ac:picMkLst>
            <pc:docMk/>
            <pc:sldMk cId="1317898252" sldId="643"/>
            <ac:picMk id="26" creationId="{E02F0E59-E0CD-71D0-FE07-8FAEE80C9838}"/>
          </ac:picMkLst>
        </pc:picChg>
      </pc:sldChg>
      <pc:sldChg chg="addSp delSp modSp add mod">
        <pc:chgData name="Sudarshan Onkar" userId="a0d1e114-32c6-47f5-9e76-836019c8fb95" providerId="ADAL" clId="{B9327DA3-8FC9-4EA1-B942-704B76AF6AC0}" dt="2026-05-14T09:54:34.405" v="3088" actId="1076"/>
        <pc:sldMkLst>
          <pc:docMk/>
          <pc:sldMk cId="3689041873" sldId="644"/>
        </pc:sldMkLst>
        <pc:spChg chg="mod">
          <ac:chgData name="Sudarshan Onkar" userId="a0d1e114-32c6-47f5-9e76-836019c8fb95" providerId="ADAL" clId="{B9327DA3-8FC9-4EA1-B942-704B76AF6AC0}" dt="2026-05-14T09:45:11.496" v="2924" actId="20577"/>
          <ac:spMkLst>
            <pc:docMk/>
            <pc:sldMk cId="3689041873" sldId="644"/>
            <ac:spMk id="3" creationId="{E116ACAA-961D-5F60-A844-76966A894A2E}"/>
          </ac:spMkLst>
        </pc:spChg>
        <pc:spChg chg="mod">
          <ac:chgData name="Sudarshan Onkar" userId="a0d1e114-32c6-47f5-9e76-836019c8fb95" providerId="ADAL" clId="{B9327DA3-8FC9-4EA1-B942-704B76AF6AC0}" dt="2026-05-14T09:51:13.824" v="2976" actId="20577"/>
          <ac:spMkLst>
            <pc:docMk/>
            <pc:sldMk cId="3689041873" sldId="644"/>
            <ac:spMk id="13" creationId="{DF9DC1DC-8912-677A-7F74-A64F15518D99}"/>
          </ac:spMkLst>
        </pc:spChg>
        <pc:spChg chg="mod">
          <ac:chgData name="Sudarshan Onkar" userId="a0d1e114-32c6-47f5-9e76-836019c8fb95" providerId="ADAL" clId="{B9327DA3-8FC9-4EA1-B942-704B76AF6AC0}" dt="2026-05-14T09:53:36.439" v="3070" actId="20577"/>
          <ac:spMkLst>
            <pc:docMk/>
            <pc:sldMk cId="3689041873" sldId="644"/>
            <ac:spMk id="15" creationId="{EE6D5EC7-475C-FFB8-5525-CBF09794FA29}"/>
          </ac:spMkLst>
        </pc:spChg>
        <pc:spChg chg="mod">
          <ac:chgData name="Sudarshan Onkar" userId="a0d1e114-32c6-47f5-9e76-836019c8fb95" providerId="ADAL" clId="{B9327DA3-8FC9-4EA1-B942-704B76AF6AC0}" dt="2026-05-14T09:53:57.641" v="3074"/>
          <ac:spMkLst>
            <pc:docMk/>
            <pc:sldMk cId="3689041873" sldId="644"/>
            <ac:spMk id="17" creationId="{1E573E65-755F-4325-174B-608A0FF082B2}"/>
          </ac:spMkLst>
        </pc:spChg>
        <pc:spChg chg="mod">
          <ac:chgData name="Sudarshan Onkar" userId="a0d1e114-32c6-47f5-9e76-836019c8fb95" providerId="ADAL" clId="{B9327DA3-8FC9-4EA1-B942-704B76AF6AC0}" dt="2026-05-14T09:54:10.122" v="3087" actId="20577"/>
          <ac:spMkLst>
            <pc:docMk/>
            <pc:sldMk cId="3689041873" sldId="644"/>
            <ac:spMk id="18" creationId="{08EB873D-D56C-CE9D-4AE2-658851557928}"/>
          </ac:spMkLst>
        </pc:spChg>
        <pc:grpChg chg="mod">
          <ac:chgData name="Sudarshan Onkar" userId="a0d1e114-32c6-47f5-9e76-836019c8fb95" providerId="ADAL" clId="{B9327DA3-8FC9-4EA1-B942-704B76AF6AC0}" dt="2026-05-14T09:51:25.424" v="2977" actId="14100"/>
          <ac:grpSpMkLst>
            <pc:docMk/>
            <pc:sldMk cId="3689041873" sldId="644"/>
            <ac:grpSpMk id="22" creationId="{7D349C2E-5FE3-A531-EEFA-D4BE46011DC6}"/>
          </ac:grpSpMkLst>
        </pc:grpChg>
        <pc:grpChg chg="mod">
          <ac:chgData name="Sudarshan Onkar" userId="a0d1e114-32c6-47f5-9e76-836019c8fb95" providerId="ADAL" clId="{B9327DA3-8FC9-4EA1-B942-704B76AF6AC0}" dt="2026-05-14T09:53:57.641" v="3074"/>
          <ac:grpSpMkLst>
            <pc:docMk/>
            <pc:sldMk cId="3689041873" sldId="644"/>
            <ac:grpSpMk id="28" creationId="{F2E36F63-D71F-669E-1BE7-9AF907B911E5}"/>
          </ac:grpSpMkLst>
        </pc:grpChg>
        <pc:picChg chg="add mod">
          <ac:chgData name="Sudarshan Onkar" userId="a0d1e114-32c6-47f5-9e76-836019c8fb95" providerId="ADAL" clId="{B9327DA3-8FC9-4EA1-B942-704B76AF6AC0}" dt="2026-05-14T09:51:29.250" v="2978" actId="1076"/>
          <ac:picMkLst>
            <pc:docMk/>
            <pc:sldMk cId="3689041873" sldId="644"/>
            <ac:picMk id="5" creationId="{04655A4C-575A-2B37-8CDE-13890E708E2C}"/>
          </ac:picMkLst>
        </pc:picChg>
        <pc:picChg chg="add mod">
          <ac:chgData name="Sudarshan Onkar" userId="a0d1e114-32c6-47f5-9e76-836019c8fb95" providerId="ADAL" clId="{B9327DA3-8FC9-4EA1-B942-704B76AF6AC0}" dt="2026-05-14T09:54:34.405" v="3088" actId="1076"/>
          <ac:picMkLst>
            <pc:docMk/>
            <pc:sldMk cId="3689041873" sldId="644"/>
            <ac:picMk id="6" creationId="{12C5E60A-CE69-1321-3E33-8F529FCBFB4A}"/>
          </ac:picMkLst>
        </pc:picChg>
      </pc:sldChg>
      <pc:sldMasterChg chg="delSldLayout">
        <pc:chgData name="Sudarshan Onkar" userId="a0d1e114-32c6-47f5-9e76-836019c8fb95" providerId="ADAL" clId="{B9327DA3-8FC9-4EA1-B942-704B76AF6AC0}" dt="2026-05-14T09:54:58.799" v="3090" actId="2696"/>
        <pc:sldMasterMkLst>
          <pc:docMk/>
          <pc:sldMasterMk cId="0" sldId="2147483689"/>
        </pc:sldMasterMkLst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1:42.81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3249 24575,'3'-2'0,"0"0"0,-1 1 0,1-1 0,0-1 0,-1 1 0,1 0 0,-1-1 0,1 1 0,-1-1 0,0 0 0,0 0 0,2-4 0,1-1 0,208-274 0,21 15 0,-34 44 0,24-24 0,37 5 0,-143 134 0,408-309 0,-379 308 0,285-202 0,-289 219 0,173-84 0,325-77 0,-576 230 0,168-53 0,925-190 0,-558 192 0,278 34-160,-53 42-709,2 37 939,-590-18-145,408 90 0,-433-47 257,-39-11 614,-22-13-667,238 72-127,122 88-2,-404-153 0,-3 5 0,112 75 0,-21 18 0,-108-76 0,-11-6 0,113 125 0,-107-102 0,36 46 0,38 37 0,-143-155-273,-1 0 0,0 0 0,-2 2 0,15 25 0,-12-18-6553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1:44.90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958 1 24575,'1'0'0,"1"0"0,-1 1 0,1-1 0,-1 1 0,0 0 0,1-1 0,-1 1 0,0 0 0,1 0 0,-1 0 0,0 0 0,0 0 0,0 0 0,0 0 0,0 0 0,0 0 0,0 0 0,0 0 0,-1 1 0,1-1 0,0 0 0,-1 1 0,1-1 0,-1 1 0,1-1 0,-1 1 0,0 1 0,9 46 0,-9-45 0,12 87 0,26 100 0,-38-189 0,1 0 0,0 0 0,-1 0 0,0 0 0,1 0 0,-1 0 0,0 0 0,0 0 0,0 1 0,0-1 0,0 0 0,-1 0 0,1 0 0,-1 0 0,1 0 0,-1 0 0,0 0 0,0 0 0,-2 3 0,2-3 0,-1 0 0,-1-1 0,1 1 0,0-1 0,0 0 0,0 0 0,-1 0 0,1 0 0,0 0 0,-1 0 0,1-1 0,-1 1 0,1-1 0,-1 0 0,1 0 0,-4 0 0,-198-3 0,75-3 0,-483 6-1365,561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2:09.18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24575,'0'1043'-1365,"0"-1008"-5461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2:11.3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0 211 24575,'25'1'0,"-1"0"0,0 2 0,0 1 0,0 1 0,38 13 0,-26-4 0,0 1 0,60 37 0,-90-49 0,-1 1 0,1-1 0,0-1 0,0 1 0,0-1 0,12 3 0,-14-4 0,0-1 0,0 0 0,-1 0 0,1 0 0,0-1 0,0 1 0,-1-1 0,1 0 0,0 0 0,-1 0 0,1-1 0,-1 1 0,5-3 0,1-1 0,-1-1 0,0 1 0,-1-1 0,1-1 0,-1 1 0,0-1 0,-1-1 0,0 1 0,9-15 0,1-6 0,21-47 0,-5 7 0,-7 11-1365,-16 30-5461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3:16.88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24575,'1'1'0,"0"-1"0,1 0 0,-1 1 0,0-1 0,0 1 0,1-1 0,-1 1 0,0 0 0,0 0 0,0-1 0,0 1 0,0 0 0,0 0 0,0 0 0,0 0 0,0 0 0,-1 0 0,1 0 0,0 1 0,0-1 0,-1 0 0,1 0 0,-1 1 0,1-1 0,-1 0 0,0 1 0,0-1 0,1 2 0,0 2 0,185 576 0,-147-423 0,14 46 0,153 394 0,-25-166 0,-98-204 0,-61-158 0,56 124 0,-30-113 0,110 145 0,-103-155 0,-3 3 0,54 103 0,-58-75 0,23 44 0,-53-115 0,0 0 0,37 43 0,-46-62 0,193 246 0,100 215 0,-218-341 0,-70-113 0,1-1 0,1-1 0,0 0 0,29 21 0,-41-35 0,18 14 0,33 19 0,-46-31 0,1-1 0,-1 0 0,1 0 0,-1-1 0,1 0 0,0-1 0,13 1 0,-11-2 0,0 1 0,0 0 0,0 1 0,-1 0 0,1 0 0,20 11 0,4 3 0,1-1 0,1-2 0,0-1 0,0-2 0,1-2 0,1-2 0,-1-1 0,1-2 0,51-1 0,-6-3 0,122-4 0,-188 2 0,0 0 0,0-1 0,0-1 0,0-1 0,-1-1 0,0 0 0,0-1 0,-1-1 0,0-1 0,17-11 0,2-5 0,-19 14 0,-2 0 0,20-17 0,22-24 44,29-29-1453,-67 59-5417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3:30.49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1 875 24575,'1'-20'0,"2"1"0,0-1 0,1 0 0,1 1 0,1 0 0,12-27 0,-8 23 0,-2-1 0,0 0 0,5-36 0,-11 46 0,-1 0 0,2 0 0,0 0 0,1 1 0,0-1 0,1 1 0,12-23 0,76-138 0,-80 149 0,0 2 0,24-32 0,-1 2 0,-28 39 0,1 0 0,0 0 0,1 1 0,13-13 0,-18 22 0,-1 0 0,0 1 0,1-1 0,0 1 0,0 0 0,0 0 0,0 1 0,0 0 0,1 0 0,-1 0 0,1 0 0,-1 1 0,1 0 0,0 0 0,9 0 0,-7 2 0,1-1 0,-1 1 0,0 0 0,0 1 0,0 0 0,0 0 0,0 1 0,-1 0 0,1 0 0,8 6 0,8 6 0,38 30 0,6 6 0,-50-41 0,-1 1 0,-1 0 0,0 1 0,0 1 0,-1 1 0,-1 0 0,15 19 0,-20-20 0,0-1 0,1 0 0,1-1 0,0 0 0,1 0 0,-1-1 0,27 16 0,-20-17 0,-2 2 0,1 0 0,-1 1 0,-1 1 0,0 0 0,-1 1 0,0 0 0,-1 1 0,-1 1 0,0 0 0,-2 1 0,10 18 0,-5-9-1365,-1-4-5461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3:49.4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24575,'1061'0'0,"-1022"2"0,0 2 0,0 1 0,0 2 0,-1 1 0,42 16 0,-67-20 0,211 73 0,49 23 0,-202-74 0,-41-17 0,-1 2 0,0 1 0,-1 2 0,36 22 0,-47-24 0,25 26 0,-33-28 0,1-1 0,-1 0 0,2-1 0,-1 0 0,1-1 0,0 0 0,23 10 0,-20-12 0,-2-1 0,0 0 0,-1 0 0,0 1 0,0 1 0,0 0 0,0 0 0,-1 1 0,19 16 0,2 8 0,10 11 0,3-1 0,2-2 0,56 37 0,-86-64 0,0 1 0,-1 0 0,-1 1 0,0 0 0,-1 2 0,13 19 0,34 36 0,-45-56 0,0-1 0,0-1 0,26 17 0,-29-21 0,1 2 0,-2-1 0,1 2 0,-2-1 0,1 2 0,14 22 0,8 10 0,20 17 0,43 57 0,-80-95 0,-2 0 0,14 31 0,-14-25 0,21 31 0,-5-14 0,44 93 0,-40-70-29,-20-45-305,-2 1 0,0 1 0,14 51 0,-21-47-6492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5:02.94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315 0 24575,'-2'1'0,"-1"0"0,1 0 0,0 0 0,0 0 0,0 0 0,0 0 0,1 1 0,-1-1 0,0 0 0,0 1 0,1 0 0,-1-1 0,1 1 0,-1 0 0,1 0 0,0 0 0,0 0 0,0 0 0,-1 2 0,-5 7 0,-102 158 0,83-125 0,-33 74 0,51-102 0,-17 25 0,17-30 0,0 0 0,2 1 0,-1 0 0,-5 17 0,11-25 0,0 0 0,0-1 0,0 1 0,1 0 0,-1-1 0,1 1 0,0 0 0,0 0 0,0-1 0,1 1 0,-1 0 0,1 0 0,0-1 0,0 1 0,1-1 0,-1 1 0,0-1 0,1 1 0,0-1 0,2 3 0,3 3 0,0-1 0,0 0 0,1 0 0,0-1 0,0 0 0,13 9 0,62 31 0,-30-18 0,2 4 0,2-2 0,0-3 0,81 27 0,-126-50 0,-1 0 0,1 0 0,-2 1 0,20 14 0,-17-12 0,-1 0 0,26 12 0,-6-6-1365,-2-1-5461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27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0 250 24575,'22'1'0,"40"-4"0,-56 2 0,-1 0 0,1 0 0,-1-1 0,0 1 0,1-1 0,-1-1 0,0 1 0,0-1 0,4-3 0,41-32 0,90-86 0,-133 117 0,0 1 0,0 0 0,1 0 0,0 0 0,0 1 0,0 0 0,1 0 0,-1 1 0,13-4 0,-16 7 0,0 0 0,0 0 0,0 0 0,1 0 0,-1 1 0,0 0 0,1 0 0,-1 0 0,0 1 0,0-1 0,1 2 0,-1-1 0,0 0 0,0 1 0,0 0 0,0 0 0,0 0 0,5 4 0,4 4 0,0 1 0,0 0 0,-1 1 0,-1 0 0,0 1 0,19 26 0,49 94 0,-60-98 0,-17-28 0,1-1 0,0 1 0,1-1 0,0 1 0,0-1 0,0-1 0,7 7 0,-9-10 0,0 0 0,0 0 0,0-1 0,0 1 0,0-1 0,1 0 0,-1 1 0,0-2 0,1 1 0,-1 0 0,1-1 0,-1 1 0,1-1 0,-1 0 0,1 0 0,0 0 0,-1-1 0,4 0 0,72-12 0,0 4 0,81 2 0,-138 7 0,7-1 0,51 7 0,-70-4 0,0 0 0,0 0 0,0 1 0,0 1 0,0 0 0,-1 0 0,1 1 0,13 9 0,8 9 280,-18-13-829,0 0 1,16 9 0,-1-6-6278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3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24575,'5'1'0,"0"1"0,0 0 0,0 0 0,0 0 0,-1 1 0,1-1 0,-1 1 0,1 0 0,-1 1 0,5 4 0,-7-6 0,16 16 0,0 0 0,-2 1 0,0 1 0,-1 1 0,19 36 0,-13-23 0,28 36 0,87 82 0,-99-112 0,-29-32 0,1 0 0,0-1 0,0 0 0,1 0 0,0-1 0,0 0 0,1-1 0,0 0 0,0 0 0,0-1 0,0-1 0,1 0 0,-1-1 0,13 2 0,19-1 0,0-1 0,67-6 0,-28 0 0,-29 2 0,109 4 0,-158-2 0,0 0 0,-1 1 0,1 0 0,0 0 0,0 0 0,0 0 0,0 1 0,-1-1 0,1 1 0,-1 0 0,1 0 0,-1 0 0,0 1 0,1-1 0,-1 1 0,-1 0 0,1 0 0,0 0 0,-1 0 0,1 0 0,-1 0 0,0 1 0,0-1 0,0 1 0,-1 0 0,1-1 0,-1 1 0,0 0 0,0 0 0,0 0 0,0 4 0,5 29 0,-3-15 0,1 0 0,1-1 0,13 38 0,47 111 0,-46-118 0,-10-23 0,25 50 0,-22-53 27,-1 1 0,8 31 0,-5-15-1473,-1-6-5380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3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2172 24575,'-1'-10'0,"-1"1"0,0 0 0,0 0 0,-1 0 0,0 0 0,0 0 0,-1 1 0,0 0 0,-1-1 0,0 1 0,-7-8 0,-4-10 0,-79-113 0,61 90 0,26 38 0,0 1 0,1-1 0,0-1 0,0 1 0,1-1 0,1 0 0,-5-16 0,5 9 0,2 0 0,0 0 0,1-1 0,1 1 0,1 0 0,0-1 0,1 1 0,2-1 0,0 1 0,8-27 0,-3 15 0,-1-1 0,-2 0 0,2-38 0,-5-97 0,-2 138 0,-1 9 0,-1 0 0,0 1 0,-1-1 0,-2 1 0,0 0 0,-1 0 0,0 1 0,-15-28 0,15 34 0,-52-104 0,46 96 0,-1 0 0,0 1 0,-24-26 0,29 37 0,1-1 0,0 0 0,1 0 0,0 0 0,1-1 0,0 0 0,0 0 0,1 0 0,0 0 0,-3-15 0,3 1 0,0 0 0,2-1 0,1-39 0,3-5 0,0 38 0,-1 1 0,-1-1 0,-2 0 0,-1 1 0,-8-35 0,-1 9 306,9 38-863,-1 0 0,-9-28 0,1 21-6269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36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2024 24575,'-1'-29'0,"-2"0"0,-12-50 0,0-6 0,-21-110 0,22 132 0,-5-7 0,12 48 0,1-1 0,-4-34 0,7-98 0,1 14 0,1 131 0,-1 0 0,1 0 0,-2 0 0,0 1 0,0-1 0,0 1 0,-1 0 0,-1-1 0,0 2 0,0-1 0,0 1 0,-1-1 0,0 1 0,-1 1 0,-12-12 0,0 4 0,-1 0 0,0 1 0,-1 1 0,0 1 0,-28-11 0,44 21 0,1 0 0,-1-1 0,1 0 0,-1 0 0,1 0 0,0 0 0,0-1 0,0 1 0,1-1 0,-1 0 0,1 0 0,0-1 0,0 1 0,1 0 0,-1-1 0,1 0 0,0 0 0,0 1 0,0-1 0,1-1 0,0 1 0,0 0 0,0 0 0,0-9 0,1-8 0,2 0 0,0-1 0,1 1 0,10-34 0,-1 0 0,-4-15 0,-3 1 0,-4-77 0,-1 129 0,-2-5 48,-1 0-1,-1-1 1,-8-28 0,-1-6-1604,7 27-5270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38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1397 1315 24575,'-29'-35'0,"1"-1"0,2-2 0,-29-54 0,21 35 0,23 34 0,0 0 0,1-1 0,-8-29 0,-5-13 0,21 62 0,0-1 0,-1 0 0,0 1 0,0-1 0,0 1 0,0 0 0,-1 0 0,0 0 0,0 0 0,0 1 0,0 0 0,0 0 0,-1 0 0,0 0 0,1 0 0,-1 1 0,0 0 0,0 0 0,0 1 0,0-1 0,-11-1 0,-9 0 0,1 1 0,-1 1 0,-38 3 0,30 0 0,16-2 0,3 0 0,0 0 0,0 1 0,1 0 0,-1 1 0,0 0 0,1 2 0,0-1 0,-1 1 0,-15 8 0,17-5 0,-1 1 0,-1-1 0,1-1 0,-1 0 0,-28 8 0,38-13 0,1 0 0,-1-1 0,1 0 0,-1 1 0,1-1 0,-1 0 0,1-1 0,-1 1 0,1-1 0,-1 1 0,1-1 0,0 0 0,-1 0 0,1-1 0,0 1 0,0-1 0,-1 1 0,1-1 0,1 0 0,-1 0 0,0-1 0,0 1 0,1 0 0,-1-1 0,1 0 0,-4-4 0,2-2 0,-1 0 0,1 1 0,1-2 0,-1 1 0,1 0 0,1-1 0,0 1 0,0-1 0,0-10 0,-6-29 0,-3 7 0,-2 0 0,-1 1 0,-3 0 0,-33-60 0,30 64 0,14 24 0,-1 1 0,0 0 0,0 1 0,-1-1 0,-13-13 0,-132-113 0,90 83 0,53 45 33,0-1 0,1 1 0,-9-15-1,0 1-1528,1 3-5330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40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1726 24575,'-1'-22'0,"2"0"0,1 0 0,0 1 0,11-41 0,-6 35 0,0-1 0,-2-1 0,-2 1 0,0-1 0,-2 0 0,-1 0 0,-1 1 0,-1-1 0,-2 1 0,-1-1 0,-9-27 0,10 44 0,0 0 0,-1 1 0,0 0 0,-1 0 0,-13-19 0,-43-43 0,25 30 0,30 35 0,1-1 0,1 0 0,-1 0 0,2 0 0,-1-1 0,1 1 0,1-1 0,0 0 0,0 0 0,1 0 0,0-1 0,0 1 0,2 0 0,-1-1 0,1 1 0,1-1 0,-1 1 0,4-14 0,3-5 0,1-1 0,1 1 0,1 1 0,1 0 0,17-27 0,-18 33 0,-1 0 0,0 0 0,-2 0 0,-1-1 0,6-35 0,-7 14 0,-1-89 0,-5 118 0,2-14 0,-2 0 0,-2 0 0,0 1 0,-11-40 0,5 35-1365,1 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4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89 825 24575,'-1'-4'0,"0"1"0,0-1 0,0 0 0,-1 1 0,1-1 0,-1 1 0,0 0 0,0-1 0,-1 1 0,-3-4 0,-6-10 0,4 1 0,-1-1 0,2-1 0,1 1 0,0-1 0,1-1 0,1 1 0,0-1 0,0-21 0,2-158 0,4 123 0,-3 15 0,2-36 0,0 84 0,0 1 0,1-1 0,0 0 0,1 1 0,8-21 0,-9 28-65,1-1 0,0 1 0,0 0 0,0 0 0,0 0 0,1 1 0,0-1 0,0 1 0,0 0 0,0 0 0,0 0 0,0 0 0,1 1 0,-1-1 0,1 1 0,0 1 0,0-1 0,0 1 0,0-1 0,7 0 0,4 0-6761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4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24575,'3'0'0,"0"1"0,1 0 0,-1 0 0,0 0 0,0 0 0,0 1 0,0-1 0,5 4 0,1 0 0,9 7 0,-1 1 0,0 0 0,0 1 0,-2 1 0,0 0 0,20 27 0,-4-7 0,-20-23 0,22 26 0,1-2 0,2-1 0,48 36 0,-73-63 0,-1 1 0,15 15 0,-16-14 0,1-1 0,20 16 0,-5-9 0,1 0 0,1-2 0,1-1 0,38 13 0,-46-20 0,1 0 0,0-2 0,0 0 0,0-1 0,0-1 0,0-1 0,23-2 0,-32-1 0,1 0 0,-1 0 0,0-1 0,1-1 0,17-8 0,55-32 0,0-1 0,-55 32 0,0 2 0,1 1 0,0 1 0,0 2 0,1 1 0,-1 2 0,52-1 0,261 8-1365,-307-3-5461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4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1 314 24575,'3'-1'0,"1"0"0,0-1 0,0 1 0,-1-1 0,1 1 0,-1-1 0,0 0 0,1 0 0,-1-1 0,5-3 0,7-6 0,15-6 0,-15 7 0,0 1 0,0 1 0,1 1 0,1 0 0,0 1 0,0 1 0,0 0 0,26-5 0,22 6 0,115 6 0,-81 2 0,-85-3 0,-1 1 0,0 1 0,1 0 0,-1 1 0,0 0 0,0 1 0,-1 0 0,1 1 0,-1 0 0,14 9 0,-14-7 0,1-1 0,0-1 0,0 0 0,1 0 0,0-2 0,-1 0 0,1 0 0,17 1 0,-24-4 0,0 0 0,-1 0 0,1-1 0,0 0 0,-1 0 0,1 0 0,-1-1 0,0 0 0,0 0 0,1-1 0,-1 0 0,-1 0 0,1 0 0,0-1 0,-1 0 0,1 0 0,-1 0 0,-1 0 0,8-9 0,1-4 0,-2 1 0,14-28 0,-17 29 0,1 0 0,0 0 0,16-18 0,-21 28 0,1 0 0,0 1 0,0 0 0,0 0 0,0 0 0,1 1 0,0-1 0,-1 2 0,1-1 0,0 0 0,1 1 0,11-3 0,19 0 17,-1 2 0,1 2 0,72 5-1,-28 1-1448,-44-4-5394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4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0 513 24575,'12'0'0,"-1"-1"0,0 0 0,0 0 0,0-1 0,0 0 0,-1-1 0,1 0 0,0-1 0,-1 0 0,0-1 0,0 0 0,0 0 0,12-10 0,-7 4 0,1 1 0,0 1 0,0 1 0,1 0 0,0 1 0,1 0 0,-1 2 0,1 0 0,0 1 0,1 1 0,21-1 0,58 5 0,-70 0 0,-1 0 0,0-2 0,47-7 0,-66 6 0,0 0 0,0-1 0,-1 0 0,1 0 0,-1-1 0,0 1 0,0-2 0,0 1 0,-1-1 0,0 0 0,1 0 0,-2-1 0,1 0 0,-1 0 0,1 0 0,-2-1 0,7-9 0,2-3 0,1 1 0,1 1 0,1 0 0,0 1 0,33-25 0,5-5 0,-38 31-195,1 1 0,0 1 0,1 1 0,0 0 0,1 1 0,29-12 0,-20 14-6631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14:4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1148 24575,'0'-41'0,"-2"2"0,3-1 0,1 1 0,2-1 0,16-70 0,-8 75 0,2 0 0,36-64 0,-4 10 0,-12 20 0,77-119 0,-84 153 0,-18 25 0,-1-1 0,0 0 0,-1 0 0,0-1 0,-1 0 0,9-21 0,-15 31 0,7-22 114,2 0 0,20-43 0,-27 62-196,0 1 1,1-1 0,0 0-1,0 1 1,0 0 0,1 0 0,-1 0-1,1 0 1,0 0 0,0 1 0,0-1-1,1 1 1,-1 0 0,1 1 0,0-1-1,0 1 1,0 0 0,0 0-1,0 0 1,6-1 0,11 4-6745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23:36.7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1124 2731 24575,'-1'5'0,"-1"0"0,1-1 0,-1 1 0,0-1 0,0 0 0,0 1 0,-5 6 0,-2 3 0,-2 6 0,-1 0 0,-1 0 0,-26 28 0,-53 47 0,59-63 0,23-23 0,0 0 0,-1-1 0,0 0 0,0-1 0,-22 11 0,-64 20 0,74-31 0,0 1 0,1 1 0,0 1 0,1 1 0,-28 20 0,43-27 0,0 1 0,-1-1 0,1 0 0,-1 0 0,1-1 0,-1 0 0,0 0 0,0-1 0,-1 0 0,1 0 0,0 0 0,-10 0 0,11-2 0,0-1 0,0 1 0,0-1 0,-1 0 0,1-1 0,0 1 0,0-1 0,1 0 0,-1-1 0,0 1 0,1-1 0,0 0 0,-1-1 0,1 1 0,-5-6 0,-64-52 0,69 57 0,0-1 0,-1 0 0,1 1 0,1-2 0,-1 1 0,1 0 0,0-1 0,0 0 0,-4-10 0,-1-4 0,-11-37 0,-5-12 0,-19-51 0,22 57 0,15 38 0,1 0 0,2 0 0,0-1 0,1 1 0,2-44 0,-2-11 0,-1 55 0,-10-44 0,8 42 0,-4-31 0,8 43 0,-19-136 0,10 93 0,2 0 0,0-71 0,10-119 0,2 93 0,-4 89 0,3-82 0,0 134 0,1-1 0,0 0 0,1 1 0,1 0 0,0 0 0,1 0 0,1 1 0,0-1 0,1 2 0,12-18 0,4 0 0,2 1 0,53-47 0,-23 32 0,15-15 0,-32 22 0,2 2 0,70-46 0,44-37 0,-69 49 0,-42 33 0,66-68 0,-82 74 0,2 2 0,48-37 0,-65 54 0,0 0 0,-1-1 0,-1-1 0,0 0 0,0 0 0,16-29 0,-16 24 0,1 1 0,1 0 0,26-27 0,-25 31-682,26-18-1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23:41.3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1458 24575,'-1'-57'0,"0"21"0,1 0 0,1 0 0,3 0 0,9-47 0,7-17 0,-14 66 0,1 0 0,12-35 0,-15 57 0,1 1 0,0 0 0,1 0 0,0 0 0,1 1 0,0 0 0,0 0 0,1 0 0,15-13 0,18-15 0,-16 14 0,34-25 0,-47 39 0,0 0 0,-1-1 0,0 0 0,0 0 0,-2-1 0,14-20 0,39-83 0,-52 95 0,38-63 0,1-5 0,-43 76 0,-1 0 0,-1-1 0,0 1 0,0-1 0,2-23 0,-3-33 311,-2 43-1149,6-47 0,2 35-5988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23:46.1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435 2186 24575,'0'-3'0,"1"0"0,1 0 0,-1-1 0,0 1 0,1 0 0,0 0 0,-1 0 0,1 1 0,0-1 0,1 0 0,-1 1 0,5-5 0,1-1 0,3-7 0,-1 0 0,0-1 0,-2 0 0,1 0 0,-2-1 0,7-23 0,-7 21 0,0-1 0,2 2 0,0-1 0,21-31 0,-21 36 0,0-1 0,-1 0 0,-1 0 0,0-1 0,-1 0 0,-1 0 0,4-21 0,3-5 0,27-90 0,-31 108 0,-2 1 0,-1-1 0,-1 0 0,3-40 0,-8-100 0,-1 82 0,1-263 0,1 335 0,0 1 0,-1-1 0,0 1 0,-1-1 0,0 0 0,-5-15 0,4 20 0,1 0 0,-1 0 0,1 0 0,-1 0 0,-1 1 0,1-1 0,-1 1 0,0 0 0,0 0 0,0 0 0,0 0 0,-1 1 0,-5-4 0,-44-23 0,-30-19 0,73 41 0,-40-26 0,1-3 0,-73-69 0,103 84 0,-1 2 0,-1 0 0,-36-23 0,48 36 0,0-1 0,0 0 0,1 0 0,0-1 0,0 0 0,1-1 0,0 1 0,1-2 0,0 1 0,1-1 0,0 0 0,0 0 0,2-1 0,-1 1 0,-4-21 0,4 15-455,-1 0 0,-14-27 0,0 8-6371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23:52.4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3087 24575,'22'0'0,"0"1"0,41 7 0,-51-6 0,-1 2 0,0-1 0,0 2 0,0-1 0,0 2 0,-1-1 0,11 8 0,-8-3 0,23 23 0,-26-24 0,0 1 0,0-2 0,1 1 0,13 7 0,-16-12 0,6 3 0,0 1 0,0 0 0,-1 1 0,0 1 0,20 19 0,110 128 0,-137-152 0,0 0 0,1 0 0,0 0 0,0 0 0,0-1 0,0-1 0,14 6 0,58 14 0,-8-3 0,-63-17 0,-1 1 0,1 1 0,-1-1 0,1 1 0,-1 0 0,10 11 0,-11-11 0,0 1 0,1-1 0,0 0 0,0 0 0,0 0 0,1-1 0,11 4 0,-8-4 0,1-1 0,0 0 0,0-1 0,0 0 0,1-1 0,-1-1 0,0 0 0,15-1 0,-20 0 0,0 0 0,0-1 0,-1 0 0,1 0 0,-1 0 0,1-1 0,-1 1 0,0-2 0,0 1 0,0-1 0,-1 0 0,1 0 0,-1 0 0,0-1 0,0 0 0,5-5 0,2-9 0,-1 1 0,0-2 0,-1 1 0,-2-2 0,13-39 0,8-19 0,-16 45 0,14-60 0,-5 13 0,-13 46 0,9-70 0,-15 75 0,2 1 0,1 0 0,18-53 0,-14 55 0,-1-1 0,-1 1 0,-2-1 0,0-1 0,-2 1 0,-2-1 0,0-41 0,-5-663 0,2 706 0,-2 1 0,0 0 0,-2 0 0,-1 0 0,-1 1 0,-16-39 0,2 22 0,-43-68 0,-6-8 0,42 66 0,16 32 0,1-1 0,1 0 0,1-1 0,1 1 0,-7-28 0,13 35 0,-1 0 0,0-1 0,-1 1 0,-1 1 0,0-1 0,-1 1 0,-1 0 0,0 0 0,0 0 0,-1 1 0,-15-17 0,-2 1 0,1-1 0,-35-55 0,49 65 0,-13-35 0,17 37 0,-1 0 0,-1 1 0,-10-17 0,-13-18 0,17 27 0,-24-31 0,-4-9 0,-2-1 0,37 55 0,0 0 0,1-1 0,0 0 0,-5-13 0,7 13 0,-1 1 0,0 0 0,-1 0 0,0 1 0,-9-12 0,-12-12 0,19 21 0,-1 1 0,-1 1 0,-16-16 0,12 14 0,2 0 0,-22-27 0,25 27 0,-2 0 0,1 1 0,-1 0 0,-15-11 0,14 13-273,-1 1 0,1 0 0,-1 1 0,-18-8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24:01.3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647 1244 24575,'0'-31'0,"1"-1"0,-2 1 0,-5-35 0,5 56 0,-1 1 0,-1 0 0,1 0 0,-2 0 0,1 0 0,-1 0 0,0 1 0,-1-1 0,0 1 0,0 0 0,-9-10 0,-12-11 0,7 8 0,-1 0 0,-39-32 0,32 33 0,-37-19 0,59 36 0,1 0 0,-1 0 0,1 0 0,-1 0 0,1-1 0,0 0 0,1 0 0,-1 0 0,1 0 0,-1 0 0,1-1 0,0 0 0,-3-7 0,1-2 0,1 1 0,0-1 0,1 0 0,-1-14 0,-2 3 0,0 1 0,-18-44 0,13 40 0,-10-44 0,19 63 0,1 0 0,-1-1 0,0 1 0,-1 0 0,0 0 0,-1 0 0,1 0 0,-2 1 0,-9-17 0,-1 6 0,6 7 0,1 1 0,-2 0 0,0 0 0,-19-16 0,21 20 38,0 0 0,1 0 0,-1-1 0,2 0 0,-1-1 0,1 0 0,0 0 0,-7-16 0,6 8-380,0 0 1,1 0 0,0-1-1,-3-20 1,4 6-6485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19T07:24:05.9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1 986 24575,'0'-7'0,"5"-122"0,-3 113 0,0 0 0,2 0 0,0 1 0,1-1 0,0 1 0,8-15 0,-3 9 0,2-3 0,0 0 0,2 1 0,18-24 0,-20 30 0,-2 0 0,0 0 0,-1-1 0,10-28 0,9-17 0,-22 52 0,0 0 0,0 1 0,1-1 0,0 1 0,1 0 0,0 1 0,9-9 0,13-10 0,38-50 0,2-3 0,-50 62 114,0 1 0,36-26 0,-44 36-358,0 1 0,1 0 0,-1 1 0,1 0 1,1 1-1,24-6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28d9baff4a_0_2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spcFirstLastPara="1" wrap="square" lIns="107500" tIns="107500" rIns="107500" bIns="107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g228d9baff4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CAF29574-ABC1-2C87-C319-17DE5EAF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E2E9CEB3-3B10-95F2-42DF-3FB507D2C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27C5C7CB-E565-C463-AABC-CF192B1EE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F57D0B28-1B67-5D7E-E4EB-3E5544B6DA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7656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108024FD-C2B0-C21A-06AA-C007C02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F39243F1-DB4D-55C2-EDF8-6D7253C5F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6CBC6B0A-F698-2786-9B25-CD45A919B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B3F0821D-43E7-6652-6E6F-8FA83A7E3B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8159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A1D74540-49C8-AF37-6199-062BE8EB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01536FD9-93D2-6141-FF12-D8C0B8699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5682E116-D671-F26D-C19C-E0035D7CC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EDF0FF38-448D-6B12-6C9E-EE644A8667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2754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9E9ABF2F-F84B-A69E-952B-410B0F54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A76A2B05-4119-BF45-CD38-E041260A3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D41C84FF-A99E-9660-7DC1-9ED9AE37D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52C81DF9-3283-3ED4-B110-0D4DB35F5F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2014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CA231620-2E51-757F-9BB1-CCE8637C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E615D703-6767-8F58-4CFA-FCD74FB65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FCDA4750-182F-D67B-6045-547125038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01EE17A3-94E7-05AF-E61F-A5871B831F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5333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F93ED1E7-8ACC-7AF0-085C-D869B982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F64459A2-F16F-D83E-0463-A8CE8AC2C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B5DE6F6E-D76B-7F11-5FDB-635DCBB41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6CABA215-350B-EA6D-A3C0-F9676A40A7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305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7733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050E6EB8-1541-C470-317F-AB1D1FBE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B8CE3909-8643-AD53-91BE-15BDFC62E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4C69FC87-557D-0AAF-511B-18AAB79BB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230E9939-3AFA-C883-0880-1B298F162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0369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D9468F9F-A99A-1D9C-8B09-313657E3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9210F435-682A-82F9-B0C5-659B53AE2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BEEB96C0-AFD0-D826-BAEB-E4572B1AC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F467ECBE-350B-0022-5654-05EC1E7BFB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644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2509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BAAC0858-CA8C-6182-33DE-2919F96A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6B18F0F0-65B2-5F19-B589-C989EB13F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E1AB9FA3-3D19-1A9C-D202-DFE769322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04035C4E-D4A8-ED92-D3A1-5DAA5E1D90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7092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1DA1A3A7-5674-1BB9-AE99-FB30CAB9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DF675351-F707-DF4B-74DA-DC0722DDF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930D0E07-90E6-837F-67D8-6EE354951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FA3FDEB7-4C67-75EF-1BDC-BE3341C05C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1444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F9B75BB2-203C-F028-0AD8-7A124D05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01FEA435-58EF-D3D1-1DBC-73B48A16DE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1D0E9076-3398-A53F-2528-A59BA2F21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B178A166-6233-17E9-4596-541AD92508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6942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>
          <a:extLst>
            <a:ext uri="{FF2B5EF4-FFF2-40B4-BE49-F238E27FC236}">
              <a16:creationId xmlns:a16="http://schemas.microsoft.com/office/drawing/2014/main" id="{DD9AC105-B782-86FF-9B17-8BC23215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:notes">
            <a:extLst>
              <a:ext uri="{FF2B5EF4-FFF2-40B4-BE49-F238E27FC236}">
                <a16:creationId xmlns:a16="http://schemas.microsoft.com/office/drawing/2014/main" id="{BE5A6DEC-F7E9-F997-3833-619EDFAA1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2:notes">
            <a:extLst>
              <a:ext uri="{FF2B5EF4-FFF2-40B4-BE49-F238E27FC236}">
                <a16:creationId xmlns:a16="http://schemas.microsoft.com/office/drawing/2014/main" id="{97AA98AC-423C-3A81-8AA5-76564973B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3" name="Google Shape;1183;p2:notes">
            <a:extLst>
              <a:ext uri="{FF2B5EF4-FFF2-40B4-BE49-F238E27FC236}">
                <a16:creationId xmlns:a16="http://schemas.microsoft.com/office/drawing/2014/main" id="{D0D89B5E-91BD-CAFD-729F-8408FE21AC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87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7309630" y="9184503"/>
            <a:ext cx="2794316" cy="2124847"/>
          </a:xfrm>
          <a:custGeom>
            <a:avLst/>
            <a:gdLst/>
            <a:ahLst/>
            <a:cxnLst/>
            <a:rect l="l" t="t" r="r" b="b"/>
            <a:pathLst>
              <a:path w="2794316" h="2124847" extrusionOk="0">
                <a:moveTo>
                  <a:pt x="2061616" y="0"/>
                </a:moveTo>
                <a:lnTo>
                  <a:pt x="2106770" y="925"/>
                </a:lnTo>
                <a:lnTo>
                  <a:pt x="2151968" y="3207"/>
                </a:lnTo>
                <a:lnTo>
                  <a:pt x="2197182" y="6855"/>
                </a:lnTo>
                <a:lnTo>
                  <a:pt x="2242378" y="11877"/>
                </a:lnTo>
                <a:lnTo>
                  <a:pt x="2287530" y="18283"/>
                </a:lnTo>
                <a:lnTo>
                  <a:pt x="2332606" y="26081"/>
                </a:lnTo>
                <a:lnTo>
                  <a:pt x="2377574" y="35281"/>
                </a:lnTo>
                <a:lnTo>
                  <a:pt x="2422408" y="45892"/>
                </a:lnTo>
                <a:lnTo>
                  <a:pt x="2467076" y="57922"/>
                </a:lnTo>
                <a:lnTo>
                  <a:pt x="2511546" y="71380"/>
                </a:lnTo>
                <a:lnTo>
                  <a:pt x="2555790" y="86276"/>
                </a:lnTo>
                <a:lnTo>
                  <a:pt x="2599780" y="102618"/>
                </a:lnTo>
                <a:lnTo>
                  <a:pt x="2643482" y="120415"/>
                </a:lnTo>
                <a:lnTo>
                  <a:pt x="2686866" y="139676"/>
                </a:lnTo>
                <a:lnTo>
                  <a:pt x="2729906" y="160411"/>
                </a:lnTo>
                <a:lnTo>
                  <a:pt x="2772568" y="182628"/>
                </a:lnTo>
                <a:lnTo>
                  <a:pt x="2794316" y="194408"/>
                </a:lnTo>
                <a:lnTo>
                  <a:pt x="2794316" y="2124847"/>
                </a:lnTo>
                <a:lnTo>
                  <a:pt x="0" y="2124847"/>
                </a:lnTo>
                <a:lnTo>
                  <a:pt x="719226" y="794683"/>
                </a:lnTo>
                <a:lnTo>
                  <a:pt x="742760" y="752733"/>
                </a:lnTo>
                <a:lnTo>
                  <a:pt x="767420" y="711817"/>
                </a:lnTo>
                <a:lnTo>
                  <a:pt x="793178" y="671945"/>
                </a:lnTo>
                <a:lnTo>
                  <a:pt x="820002" y="633124"/>
                </a:lnTo>
                <a:lnTo>
                  <a:pt x="847862" y="595365"/>
                </a:lnTo>
                <a:lnTo>
                  <a:pt x="876728" y="558676"/>
                </a:lnTo>
                <a:lnTo>
                  <a:pt x="906572" y="523066"/>
                </a:lnTo>
                <a:lnTo>
                  <a:pt x="937362" y="488544"/>
                </a:lnTo>
                <a:lnTo>
                  <a:pt x="969068" y="455118"/>
                </a:lnTo>
                <a:lnTo>
                  <a:pt x="1001660" y="422799"/>
                </a:lnTo>
                <a:lnTo>
                  <a:pt x="1035108" y="391594"/>
                </a:lnTo>
                <a:lnTo>
                  <a:pt x="1069382" y="361513"/>
                </a:lnTo>
                <a:lnTo>
                  <a:pt x="1104452" y="332565"/>
                </a:lnTo>
                <a:lnTo>
                  <a:pt x="1140288" y="304758"/>
                </a:lnTo>
                <a:lnTo>
                  <a:pt x="1176860" y="278103"/>
                </a:lnTo>
                <a:lnTo>
                  <a:pt x="1214138" y="252606"/>
                </a:lnTo>
                <a:lnTo>
                  <a:pt x="1252092" y="228279"/>
                </a:lnTo>
                <a:lnTo>
                  <a:pt x="1290692" y="205129"/>
                </a:lnTo>
                <a:lnTo>
                  <a:pt x="1329908" y="183165"/>
                </a:lnTo>
                <a:lnTo>
                  <a:pt x="1369708" y="162397"/>
                </a:lnTo>
                <a:lnTo>
                  <a:pt x="1410064" y="142833"/>
                </a:lnTo>
                <a:lnTo>
                  <a:pt x="1450946" y="124483"/>
                </a:lnTo>
                <a:lnTo>
                  <a:pt x="1492322" y="107355"/>
                </a:lnTo>
                <a:lnTo>
                  <a:pt x="1534164" y="91458"/>
                </a:lnTo>
                <a:lnTo>
                  <a:pt x="1576442" y="76802"/>
                </a:lnTo>
                <a:lnTo>
                  <a:pt x="1619124" y="63395"/>
                </a:lnTo>
                <a:lnTo>
                  <a:pt x="1662182" y="51246"/>
                </a:lnTo>
                <a:lnTo>
                  <a:pt x="1705584" y="40364"/>
                </a:lnTo>
                <a:lnTo>
                  <a:pt x="1749300" y="30758"/>
                </a:lnTo>
                <a:lnTo>
                  <a:pt x="1793304" y="22437"/>
                </a:lnTo>
                <a:lnTo>
                  <a:pt x="1837560" y="15410"/>
                </a:lnTo>
                <a:lnTo>
                  <a:pt x="1882042" y="9686"/>
                </a:lnTo>
                <a:lnTo>
                  <a:pt x="1926718" y="5274"/>
                </a:lnTo>
                <a:lnTo>
                  <a:pt x="1971560" y="2183"/>
                </a:lnTo>
                <a:lnTo>
                  <a:pt x="2016536" y="422"/>
                </a:lnTo>
                <a:close/>
              </a:path>
            </a:pathLst>
          </a:custGeom>
          <a:solidFill>
            <a:srgbClr val="004C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992848" y="3"/>
            <a:ext cx="5045710" cy="11308715"/>
          </a:xfrm>
          <a:custGeom>
            <a:avLst/>
            <a:gdLst/>
            <a:ahLst/>
            <a:cxnLst/>
            <a:rect l="l" t="t" r="r" b="b"/>
            <a:pathLst>
              <a:path w="5045709" h="11308715" extrusionOk="0">
                <a:moveTo>
                  <a:pt x="5045590" y="0"/>
                </a:moveTo>
                <a:lnTo>
                  <a:pt x="4145618" y="0"/>
                </a:lnTo>
                <a:lnTo>
                  <a:pt x="246260" y="7210942"/>
                </a:lnTo>
                <a:lnTo>
                  <a:pt x="223815" y="7253618"/>
                </a:lnTo>
                <a:lnTo>
                  <a:pt x="202475" y="7296579"/>
                </a:lnTo>
                <a:lnTo>
                  <a:pt x="182235" y="7339811"/>
                </a:lnTo>
                <a:lnTo>
                  <a:pt x="163089" y="7383295"/>
                </a:lnTo>
                <a:lnTo>
                  <a:pt x="145032" y="7427015"/>
                </a:lnTo>
                <a:lnTo>
                  <a:pt x="128061" y="7470956"/>
                </a:lnTo>
                <a:lnTo>
                  <a:pt x="112169" y="7515099"/>
                </a:lnTo>
                <a:lnTo>
                  <a:pt x="97352" y="7559429"/>
                </a:lnTo>
                <a:lnTo>
                  <a:pt x="83605" y="7603928"/>
                </a:lnTo>
                <a:lnTo>
                  <a:pt x="70923" y="7648581"/>
                </a:lnTo>
                <a:lnTo>
                  <a:pt x="59301" y="7693370"/>
                </a:lnTo>
                <a:lnTo>
                  <a:pt x="48734" y="7738280"/>
                </a:lnTo>
                <a:lnTo>
                  <a:pt x="39217" y="7783293"/>
                </a:lnTo>
                <a:lnTo>
                  <a:pt x="30745" y="7828392"/>
                </a:lnTo>
                <a:lnTo>
                  <a:pt x="23313" y="7873562"/>
                </a:lnTo>
                <a:lnTo>
                  <a:pt x="16917" y="7918785"/>
                </a:lnTo>
                <a:lnTo>
                  <a:pt x="11550" y="7964045"/>
                </a:lnTo>
                <a:lnTo>
                  <a:pt x="7209" y="8009325"/>
                </a:lnTo>
                <a:lnTo>
                  <a:pt x="3889" y="8054609"/>
                </a:lnTo>
                <a:lnTo>
                  <a:pt x="1584" y="8099880"/>
                </a:lnTo>
                <a:lnTo>
                  <a:pt x="289" y="8145122"/>
                </a:lnTo>
                <a:lnTo>
                  <a:pt x="0" y="8190317"/>
                </a:lnTo>
                <a:lnTo>
                  <a:pt x="711" y="8235449"/>
                </a:lnTo>
                <a:lnTo>
                  <a:pt x="2418" y="8280502"/>
                </a:lnTo>
                <a:lnTo>
                  <a:pt x="5115" y="8325459"/>
                </a:lnTo>
                <a:lnTo>
                  <a:pt x="8798" y="8370303"/>
                </a:lnTo>
                <a:lnTo>
                  <a:pt x="13462" y="8415018"/>
                </a:lnTo>
                <a:lnTo>
                  <a:pt x="19102" y="8459587"/>
                </a:lnTo>
                <a:lnTo>
                  <a:pt x="25713" y="8503994"/>
                </a:lnTo>
                <a:lnTo>
                  <a:pt x="33289" y="8548221"/>
                </a:lnTo>
                <a:lnTo>
                  <a:pt x="41827" y="8592253"/>
                </a:lnTo>
                <a:lnTo>
                  <a:pt x="51320" y="8636072"/>
                </a:lnTo>
                <a:lnTo>
                  <a:pt x="61765" y="8679662"/>
                </a:lnTo>
                <a:lnTo>
                  <a:pt x="73156" y="8723006"/>
                </a:lnTo>
                <a:lnTo>
                  <a:pt x="85487" y="8766089"/>
                </a:lnTo>
                <a:lnTo>
                  <a:pt x="98755" y="8808892"/>
                </a:lnTo>
                <a:lnTo>
                  <a:pt x="112954" y="8851400"/>
                </a:lnTo>
                <a:lnTo>
                  <a:pt x="128080" y="8893596"/>
                </a:lnTo>
                <a:lnTo>
                  <a:pt x="144127" y="8935463"/>
                </a:lnTo>
                <a:lnTo>
                  <a:pt x="161090" y="8976984"/>
                </a:lnTo>
                <a:lnTo>
                  <a:pt x="178964" y="9018144"/>
                </a:lnTo>
                <a:lnTo>
                  <a:pt x="197745" y="9058925"/>
                </a:lnTo>
                <a:lnTo>
                  <a:pt x="217428" y="9099311"/>
                </a:lnTo>
                <a:lnTo>
                  <a:pt x="238007" y="9139286"/>
                </a:lnTo>
                <a:lnTo>
                  <a:pt x="259478" y="9178831"/>
                </a:lnTo>
                <a:lnTo>
                  <a:pt x="281835" y="9217932"/>
                </a:lnTo>
                <a:lnTo>
                  <a:pt x="305075" y="9256571"/>
                </a:lnTo>
                <a:lnTo>
                  <a:pt x="329191" y="9294732"/>
                </a:lnTo>
                <a:lnTo>
                  <a:pt x="354178" y="9332397"/>
                </a:lnTo>
                <a:lnTo>
                  <a:pt x="380033" y="9369552"/>
                </a:lnTo>
                <a:lnTo>
                  <a:pt x="406750" y="9406178"/>
                </a:lnTo>
                <a:lnTo>
                  <a:pt x="434323" y="9442259"/>
                </a:lnTo>
                <a:lnTo>
                  <a:pt x="462749" y="9477779"/>
                </a:lnTo>
                <a:lnTo>
                  <a:pt x="492021" y="9512721"/>
                </a:lnTo>
                <a:lnTo>
                  <a:pt x="522136" y="9547068"/>
                </a:lnTo>
                <a:lnTo>
                  <a:pt x="553088" y="9580804"/>
                </a:lnTo>
                <a:lnTo>
                  <a:pt x="584872" y="9613913"/>
                </a:lnTo>
                <a:lnTo>
                  <a:pt x="617483" y="9646376"/>
                </a:lnTo>
                <a:lnTo>
                  <a:pt x="650917" y="9678179"/>
                </a:lnTo>
                <a:lnTo>
                  <a:pt x="685168" y="9709304"/>
                </a:lnTo>
                <a:lnTo>
                  <a:pt x="720232" y="9739735"/>
                </a:lnTo>
                <a:lnTo>
                  <a:pt x="756102" y="9769454"/>
                </a:lnTo>
                <a:lnTo>
                  <a:pt x="792776" y="9798446"/>
                </a:lnTo>
                <a:lnTo>
                  <a:pt x="830247" y="9826694"/>
                </a:lnTo>
                <a:lnTo>
                  <a:pt x="868510" y="9854181"/>
                </a:lnTo>
                <a:lnTo>
                  <a:pt x="907561" y="9880891"/>
                </a:lnTo>
                <a:lnTo>
                  <a:pt x="947395" y="9906806"/>
                </a:lnTo>
                <a:lnTo>
                  <a:pt x="988007" y="9931911"/>
                </a:lnTo>
                <a:lnTo>
                  <a:pt x="1029391" y="9956189"/>
                </a:lnTo>
                <a:lnTo>
                  <a:pt x="1071544" y="9979622"/>
                </a:lnTo>
                <a:lnTo>
                  <a:pt x="3529050" y="11308556"/>
                </a:lnTo>
                <a:lnTo>
                  <a:pt x="3642659" y="11308556"/>
                </a:lnTo>
                <a:lnTo>
                  <a:pt x="2066100" y="10456048"/>
                </a:lnTo>
                <a:lnTo>
                  <a:pt x="2023578" y="10432491"/>
                </a:lnTo>
                <a:lnTo>
                  <a:pt x="1981733" y="10408187"/>
                </a:lnTo>
                <a:lnTo>
                  <a:pt x="1940568" y="10383151"/>
                </a:lnTo>
                <a:lnTo>
                  <a:pt x="1900087" y="10357395"/>
                </a:lnTo>
                <a:lnTo>
                  <a:pt x="1860293" y="10330930"/>
                </a:lnTo>
                <a:lnTo>
                  <a:pt x="1821192" y="10303772"/>
                </a:lnTo>
                <a:lnTo>
                  <a:pt x="1782786" y="10275931"/>
                </a:lnTo>
                <a:lnTo>
                  <a:pt x="1745079" y="10247421"/>
                </a:lnTo>
                <a:lnTo>
                  <a:pt x="1708076" y="10218255"/>
                </a:lnTo>
                <a:lnTo>
                  <a:pt x="1671779" y="10188445"/>
                </a:lnTo>
                <a:lnTo>
                  <a:pt x="1636193" y="10158005"/>
                </a:lnTo>
                <a:lnTo>
                  <a:pt x="1601322" y="10126947"/>
                </a:lnTo>
                <a:lnTo>
                  <a:pt x="1567170" y="10095284"/>
                </a:lnTo>
                <a:lnTo>
                  <a:pt x="1533739" y="10063029"/>
                </a:lnTo>
                <a:lnTo>
                  <a:pt x="1501035" y="10030195"/>
                </a:lnTo>
                <a:lnTo>
                  <a:pt x="1469060" y="9996794"/>
                </a:lnTo>
                <a:lnTo>
                  <a:pt x="1437820" y="9962840"/>
                </a:lnTo>
                <a:lnTo>
                  <a:pt x="1407316" y="9928344"/>
                </a:lnTo>
                <a:lnTo>
                  <a:pt x="1377554" y="9893321"/>
                </a:lnTo>
                <a:lnTo>
                  <a:pt x="1348538" y="9857782"/>
                </a:lnTo>
                <a:lnTo>
                  <a:pt x="1320270" y="9821741"/>
                </a:lnTo>
                <a:lnTo>
                  <a:pt x="1292755" y="9785210"/>
                </a:lnTo>
                <a:lnTo>
                  <a:pt x="1265997" y="9748203"/>
                </a:lnTo>
                <a:lnTo>
                  <a:pt x="1239999" y="9710731"/>
                </a:lnTo>
                <a:lnTo>
                  <a:pt x="1214765" y="9672809"/>
                </a:lnTo>
                <a:lnTo>
                  <a:pt x="1190300" y="9634448"/>
                </a:lnTo>
                <a:lnTo>
                  <a:pt x="1166606" y="9595662"/>
                </a:lnTo>
                <a:lnTo>
                  <a:pt x="1143688" y="9556463"/>
                </a:lnTo>
                <a:lnTo>
                  <a:pt x="1121550" y="9516864"/>
                </a:lnTo>
                <a:lnTo>
                  <a:pt x="1100195" y="9476878"/>
                </a:lnTo>
                <a:lnTo>
                  <a:pt x="1079628" y="9436518"/>
                </a:lnTo>
                <a:lnTo>
                  <a:pt x="1059851" y="9395797"/>
                </a:lnTo>
                <a:lnTo>
                  <a:pt x="1040869" y="9354727"/>
                </a:lnTo>
                <a:lnTo>
                  <a:pt x="1022686" y="9313321"/>
                </a:lnTo>
                <a:lnTo>
                  <a:pt x="1005305" y="9271593"/>
                </a:lnTo>
                <a:lnTo>
                  <a:pt x="988731" y="9229554"/>
                </a:lnTo>
                <a:lnTo>
                  <a:pt x="972967" y="9187218"/>
                </a:lnTo>
                <a:lnTo>
                  <a:pt x="958016" y="9144598"/>
                </a:lnTo>
                <a:lnTo>
                  <a:pt x="943884" y="9101706"/>
                </a:lnTo>
                <a:lnTo>
                  <a:pt x="930573" y="9058555"/>
                </a:lnTo>
                <a:lnTo>
                  <a:pt x="918087" y="9015158"/>
                </a:lnTo>
                <a:lnTo>
                  <a:pt x="906431" y="8971528"/>
                </a:lnTo>
                <a:lnTo>
                  <a:pt x="895608" y="8927678"/>
                </a:lnTo>
                <a:lnTo>
                  <a:pt x="885621" y="8883620"/>
                </a:lnTo>
                <a:lnTo>
                  <a:pt x="876475" y="8839367"/>
                </a:lnTo>
                <a:lnTo>
                  <a:pt x="868174" y="8794933"/>
                </a:lnTo>
                <a:lnTo>
                  <a:pt x="860721" y="8750330"/>
                </a:lnTo>
                <a:lnTo>
                  <a:pt x="854120" y="8705570"/>
                </a:lnTo>
                <a:lnTo>
                  <a:pt x="848375" y="8660667"/>
                </a:lnTo>
                <a:lnTo>
                  <a:pt x="843490" y="8615633"/>
                </a:lnTo>
                <a:lnTo>
                  <a:pt x="839469" y="8570481"/>
                </a:lnTo>
                <a:lnTo>
                  <a:pt x="836315" y="8525225"/>
                </a:lnTo>
                <a:lnTo>
                  <a:pt x="834032" y="8479876"/>
                </a:lnTo>
                <a:lnTo>
                  <a:pt x="832624" y="8434449"/>
                </a:lnTo>
                <a:lnTo>
                  <a:pt x="832096" y="8388954"/>
                </a:lnTo>
                <a:lnTo>
                  <a:pt x="832450" y="8343406"/>
                </a:lnTo>
                <a:lnTo>
                  <a:pt x="833690" y="8297817"/>
                </a:lnTo>
                <a:lnTo>
                  <a:pt x="835821" y="8252200"/>
                </a:lnTo>
                <a:lnTo>
                  <a:pt x="838846" y="8206568"/>
                </a:lnTo>
                <a:lnTo>
                  <a:pt x="842769" y="8160933"/>
                </a:lnTo>
                <a:lnTo>
                  <a:pt x="847593" y="8115309"/>
                </a:lnTo>
                <a:lnTo>
                  <a:pt x="853324" y="8069708"/>
                </a:lnTo>
                <a:lnTo>
                  <a:pt x="859964" y="8024144"/>
                </a:lnTo>
                <a:lnTo>
                  <a:pt x="867517" y="7978628"/>
                </a:lnTo>
                <a:lnTo>
                  <a:pt x="875987" y="7933174"/>
                </a:lnTo>
                <a:lnTo>
                  <a:pt x="885378" y="7887794"/>
                </a:lnTo>
                <a:lnTo>
                  <a:pt x="895694" y="7842502"/>
                </a:lnTo>
                <a:lnTo>
                  <a:pt x="906938" y="7797310"/>
                </a:lnTo>
                <a:lnTo>
                  <a:pt x="919115" y="7752230"/>
                </a:lnTo>
                <a:lnTo>
                  <a:pt x="932228" y="7707277"/>
                </a:lnTo>
                <a:lnTo>
                  <a:pt x="946281" y="7662463"/>
                </a:lnTo>
                <a:lnTo>
                  <a:pt x="961278" y="7617799"/>
                </a:lnTo>
                <a:lnTo>
                  <a:pt x="977222" y="7573300"/>
                </a:lnTo>
                <a:lnTo>
                  <a:pt x="994118" y="7528979"/>
                </a:lnTo>
                <a:lnTo>
                  <a:pt x="1011969" y="7484847"/>
                </a:lnTo>
                <a:lnTo>
                  <a:pt x="1030780" y="7440918"/>
                </a:lnTo>
                <a:lnTo>
                  <a:pt x="1050553" y="7397204"/>
                </a:lnTo>
                <a:lnTo>
                  <a:pt x="1071293" y="7353719"/>
                </a:lnTo>
                <a:lnTo>
                  <a:pt x="1093004" y="7310475"/>
                </a:lnTo>
                <a:lnTo>
                  <a:pt x="1115689" y="7267485"/>
                </a:lnTo>
                <a:lnTo>
                  <a:pt x="5045590" y="0"/>
                </a:lnTo>
                <a:close/>
              </a:path>
            </a:pathLst>
          </a:custGeom>
          <a:solidFill>
            <a:srgbClr val="004C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" name="Google Shape;13;p2"/>
          <p:cNvSpPr/>
          <p:nvPr/>
        </p:nvSpPr>
        <p:spPr>
          <a:xfrm>
            <a:off x="17314614" y="9403128"/>
            <a:ext cx="2789426" cy="1930966"/>
          </a:xfrm>
          <a:custGeom>
            <a:avLst/>
            <a:gdLst/>
            <a:ahLst/>
            <a:cxnLst/>
            <a:rect l="l" t="t" r="r" b="b"/>
            <a:pathLst>
              <a:path w="2789426" h="1930966" extrusionOk="0">
                <a:moveTo>
                  <a:pt x="2789332" y="0"/>
                </a:moveTo>
                <a:lnTo>
                  <a:pt x="2789426" y="51"/>
                </a:lnTo>
                <a:lnTo>
                  <a:pt x="2789426" y="1930966"/>
                </a:lnTo>
                <a:lnTo>
                  <a:pt x="2783084" y="1930966"/>
                </a:lnTo>
                <a:lnTo>
                  <a:pt x="0" y="1921443"/>
                </a:lnTo>
                <a:lnTo>
                  <a:pt x="8314" y="1906067"/>
                </a:lnTo>
                <a:lnTo>
                  <a:pt x="2789332" y="1906067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1012986" y="3578817"/>
            <a:ext cx="7696200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4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012986" y="6529625"/>
            <a:ext cx="76962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2975" y="8336625"/>
            <a:ext cx="2124850" cy="21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84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04C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53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1850" y="2298700"/>
            <a:ext cx="1788953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318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  <a:defRPr sz="3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27074" y="572731"/>
            <a:ext cx="1260000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3059178" cy="11334116"/>
          </a:xfrm>
          <a:custGeom>
            <a:avLst/>
            <a:gdLst/>
            <a:ahLst/>
            <a:cxnLst/>
            <a:rect l="l" t="t" r="r" b="b"/>
            <a:pathLst>
              <a:path w="13059178" h="11334116" extrusionOk="0">
                <a:moveTo>
                  <a:pt x="12232410" y="3348645"/>
                </a:moveTo>
                <a:lnTo>
                  <a:pt x="10315775" y="7279598"/>
                </a:lnTo>
                <a:lnTo>
                  <a:pt x="10295258" y="7322722"/>
                </a:lnTo>
                <a:lnTo>
                  <a:pt x="10275621" y="7366102"/>
                </a:lnTo>
                <a:lnTo>
                  <a:pt x="10256861" y="7409723"/>
                </a:lnTo>
                <a:lnTo>
                  <a:pt x="10238976" y="7453574"/>
                </a:lnTo>
                <a:lnTo>
                  <a:pt x="10221962" y="7497641"/>
                </a:lnTo>
                <a:lnTo>
                  <a:pt x="10205816" y="7541911"/>
                </a:lnTo>
                <a:lnTo>
                  <a:pt x="10190534" y="7586370"/>
                </a:lnTo>
                <a:lnTo>
                  <a:pt x="10176113" y="7631009"/>
                </a:lnTo>
                <a:lnTo>
                  <a:pt x="10162549" y="7675813"/>
                </a:lnTo>
                <a:lnTo>
                  <a:pt x="10149838" y="7720767"/>
                </a:lnTo>
                <a:lnTo>
                  <a:pt x="10137977" y="7765861"/>
                </a:lnTo>
                <a:lnTo>
                  <a:pt x="10126963" y="7811082"/>
                </a:lnTo>
                <a:lnTo>
                  <a:pt x="10116793" y="7856415"/>
                </a:lnTo>
                <a:lnTo>
                  <a:pt x="10107463" y="7901849"/>
                </a:lnTo>
                <a:lnTo>
                  <a:pt x="10098969" y="7947371"/>
                </a:lnTo>
                <a:lnTo>
                  <a:pt x="10091308" y="7992968"/>
                </a:lnTo>
                <a:lnTo>
                  <a:pt x="10084476" y="8038626"/>
                </a:lnTo>
                <a:lnTo>
                  <a:pt x="10078471" y="8084333"/>
                </a:lnTo>
                <a:lnTo>
                  <a:pt x="10073287" y="8130077"/>
                </a:lnTo>
                <a:lnTo>
                  <a:pt x="10068924" y="8175844"/>
                </a:lnTo>
                <a:lnTo>
                  <a:pt x="10065375" y="8221621"/>
                </a:lnTo>
                <a:lnTo>
                  <a:pt x="10062639" y="8267396"/>
                </a:lnTo>
                <a:lnTo>
                  <a:pt x="10060711" y="8313156"/>
                </a:lnTo>
                <a:lnTo>
                  <a:pt x="10059590" y="8358888"/>
                </a:lnTo>
                <a:lnTo>
                  <a:pt x="10059270" y="8404578"/>
                </a:lnTo>
                <a:lnTo>
                  <a:pt x="10059748" y="8450216"/>
                </a:lnTo>
                <a:lnTo>
                  <a:pt x="10061021" y="8495785"/>
                </a:lnTo>
                <a:lnTo>
                  <a:pt x="10063086" y="8541276"/>
                </a:lnTo>
                <a:lnTo>
                  <a:pt x="10065939" y="8586674"/>
                </a:lnTo>
                <a:lnTo>
                  <a:pt x="10069576" y="8631967"/>
                </a:lnTo>
                <a:lnTo>
                  <a:pt x="10073994" y="8677142"/>
                </a:lnTo>
                <a:lnTo>
                  <a:pt x="10079191" y="8722186"/>
                </a:lnTo>
                <a:lnTo>
                  <a:pt x="10085161" y="8767086"/>
                </a:lnTo>
                <a:lnTo>
                  <a:pt x="10091902" y="8811829"/>
                </a:lnTo>
                <a:lnTo>
                  <a:pt x="10099411" y="8856402"/>
                </a:lnTo>
                <a:lnTo>
                  <a:pt x="10107682" y="8900793"/>
                </a:lnTo>
                <a:lnTo>
                  <a:pt x="10116715" y="8944989"/>
                </a:lnTo>
                <a:lnTo>
                  <a:pt x="10126505" y="8988977"/>
                </a:lnTo>
                <a:lnTo>
                  <a:pt x="10137048" y="9032743"/>
                </a:lnTo>
                <a:lnTo>
                  <a:pt x="10148341" y="9076276"/>
                </a:lnTo>
                <a:lnTo>
                  <a:pt x="10160380" y="9119562"/>
                </a:lnTo>
                <a:lnTo>
                  <a:pt x="10173163" y="9162588"/>
                </a:lnTo>
                <a:lnTo>
                  <a:pt x="10186686" y="9205342"/>
                </a:lnTo>
                <a:lnTo>
                  <a:pt x="10200944" y="9247810"/>
                </a:lnTo>
                <a:lnTo>
                  <a:pt x="10215935" y="9289981"/>
                </a:lnTo>
                <a:lnTo>
                  <a:pt x="10231656" y="9331840"/>
                </a:lnTo>
                <a:lnTo>
                  <a:pt x="10248102" y="9373375"/>
                </a:lnTo>
                <a:lnTo>
                  <a:pt x="10265271" y="9414574"/>
                </a:lnTo>
                <a:lnTo>
                  <a:pt x="10283160" y="9455423"/>
                </a:lnTo>
                <a:lnTo>
                  <a:pt x="10301762" y="9495909"/>
                </a:lnTo>
                <a:lnTo>
                  <a:pt x="10321076" y="9536020"/>
                </a:lnTo>
                <a:lnTo>
                  <a:pt x="10341101" y="9575743"/>
                </a:lnTo>
                <a:lnTo>
                  <a:pt x="10361829" y="9615065"/>
                </a:lnTo>
                <a:lnTo>
                  <a:pt x="10383260" y="9653972"/>
                </a:lnTo>
                <a:lnTo>
                  <a:pt x="10405389" y="9692453"/>
                </a:lnTo>
                <a:lnTo>
                  <a:pt x="10428213" y="9730494"/>
                </a:lnTo>
                <a:lnTo>
                  <a:pt x="10451727" y="9768084"/>
                </a:lnTo>
                <a:lnTo>
                  <a:pt x="10475930" y="9805206"/>
                </a:lnTo>
                <a:lnTo>
                  <a:pt x="10500816" y="9841852"/>
                </a:lnTo>
                <a:lnTo>
                  <a:pt x="10526384" y="9878006"/>
                </a:lnTo>
                <a:lnTo>
                  <a:pt x="10552629" y="9913656"/>
                </a:lnTo>
                <a:lnTo>
                  <a:pt x="10579548" y="9948789"/>
                </a:lnTo>
                <a:lnTo>
                  <a:pt x="10607139" y="9983393"/>
                </a:lnTo>
                <a:lnTo>
                  <a:pt x="10635394" y="10017453"/>
                </a:lnTo>
                <a:lnTo>
                  <a:pt x="10664315" y="10050959"/>
                </a:lnTo>
                <a:lnTo>
                  <a:pt x="10693895" y="10083895"/>
                </a:lnTo>
                <a:lnTo>
                  <a:pt x="10724133" y="10116251"/>
                </a:lnTo>
                <a:lnTo>
                  <a:pt x="10755023" y="10148014"/>
                </a:lnTo>
                <a:lnTo>
                  <a:pt x="10786564" y="10179169"/>
                </a:lnTo>
                <a:lnTo>
                  <a:pt x="10818750" y="10209704"/>
                </a:lnTo>
                <a:lnTo>
                  <a:pt x="10851581" y="10239607"/>
                </a:lnTo>
                <a:lnTo>
                  <a:pt x="10885050" y="10268865"/>
                </a:lnTo>
                <a:lnTo>
                  <a:pt x="10919155" y="10297464"/>
                </a:lnTo>
                <a:lnTo>
                  <a:pt x="10953893" y="10325392"/>
                </a:lnTo>
                <a:lnTo>
                  <a:pt x="10989259" y="10352635"/>
                </a:lnTo>
                <a:lnTo>
                  <a:pt x="11025252" y="10379183"/>
                </a:lnTo>
                <a:lnTo>
                  <a:pt x="11061866" y="10405020"/>
                </a:lnTo>
                <a:lnTo>
                  <a:pt x="11099099" y="10430134"/>
                </a:lnTo>
                <a:lnTo>
                  <a:pt x="11136948" y="10454514"/>
                </a:lnTo>
                <a:lnTo>
                  <a:pt x="11175409" y="10478145"/>
                </a:lnTo>
                <a:lnTo>
                  <a:pt x="11825026" y="10867729"/>
                </a:lnTo>
                <a:lnTo>
                  <a:pt x="11063701" y="10456051"/>
                </a:lnTo>
                <a:lnTo>
                  <a:pt x="11021179" y="10432494"/>
                </a:lnTo>
                <a:lnTo>
                  <a:pt x="10979334" y="10408190"/>
                </a:lnTo>
                <a:lnTo>
                  <a:pt x="10938169" y="10383154"/>
                </a:lnTo>
                <a:lnTo>
                  <a:pt x="10897688" y="10357398"/>
                </a:lnTo>
                <a:lnTo>
                  <a:pt x="10857894" y="10330933"/>
                </a:lnTo>
                <a:lnTo>
                  <a:pt x="10818793" y="10303775"/>
                </a:lnTo>
                <a:lnTo>
                  <a:pt x="10780387" y="10275934"/>
                </a:lnTo>
                <a:lnTo>
                  <a:pt x="10742680" y="10247424"/>
                </a:lnTo>
                <a:lnTo>
                  <a:pt x="10705677" y="10218258"/>
                </a:lnTo>
                <a:lnTo>
                  <a:pt x="10669380" y="10188448"/>
                </a:lnTo>
                <a:lnTo>
                  <a:pt x="10633794" y="10158008"/>
                </a:lnTo>
                <a:lnTo>
                  <a:pt x="10598923" y="10126950"/>
                </a:lnTo>
                <a:lnTo>
                  <a:pt x="10564771" y="10095287"/>
                </a:lnTo>
                <a:lnTo>
                  <a:pt x="10531340" y="10063032"/>
                </a:lnTo>
                <a:lnTo>
                  <a:pt x="10498636" y="10030198"/>
                </a:lnTo>
                <a:lnTo>
                  <a:pt x="10466661" y="9996797"/>
                </a:lnTo>
                <a:lnTo>
                  <a:pt x="10435421" y="9962843"/>
                </a:lnTo>
                <a:lnTo>
                  <a:pt x="10404917" y="9928347"/>
                </a:lnTo>
                <a:lnTo>
                  <a:pt x="10375155" y="9893324"/>
                </a:lnTo>
                <a:lnTo>
                  <a:pt x="10346139" y="9857785"/>
                </a:lnTo>
                <a:lnTo>
                  <a:pt x="10317871" y="9821744"/>
                </a:lnTo>
                <a:lnTo>
                  <a:pt x="10290356" y="9785213"/>
                </a:lnTo>
                <a:lnTo>
                  <a:pt x="10263598" y="9748206"/>
                </a:lnTo>
                <a:lnTo>
                  <a:pt x="10237600" y="9710734"/>
                </a:lnTo>
                <a:lnTo>
                  <a:pt x="10212366" y="9672812"/>
                </a:lnTo>
                <a:lnTo>
                  <a:pt x="10187901" y="9634451"/>
                </a:lnTo>
                <a:lnTo>
                  <a:pt x="10164207" y="9595665"/>
                </a:lnTo>
                <a:lnTo>
                  <a:pt x="10141289" y="9556466"/>
                </a:lnTo>
                <a:lnTo>
                  <a:pt x="10119151" y="9516867"/>
                </a:lnTo>
                <a:lnTo>
                  <a:pt x="10097796" y="9476881"/>
                </a:lnTo>
                <a:lnTo>
                  <a:pt x="10077229" y="9436521"/>
                </a:lnTo>
                <a:lnTo>
                  <a:pt x="10057452" y="9395800"/>
                </a:lnTo>
                <a:lnTo>
                  <a:pt x="10038470" y="9354730"/>
                </a:lnTo>
                <a:lnTo>
                  <a:pt x="10020287" y="9313324"/>
                </a:lnTo>
                <a:lnTo>
                  <a:pt x="10002906" y="9271596"/>
                </a:lnTo>
                <a:lnTo>
                  <a:pt x="9986332" y="9229557"/>
                </a:lnTo>
                <a:lnTo>
                  <a:pt x="9970568" y="9187221"/>
                </a:lnTo>
                <a:lnTo>
                  <a:pt x="9955617" y="9144601"/>
                </a:lnTo>
                <a:lnTo>
                  <a:pt x="9941485" y="9101709"/>
                </a:lnTo>
                <a:lnTo>
                  <a:pt x="9928174" y="9058558"/>
                </a:lnTo>
                <a:lnTo>
                  <a:pt x="9915688" y="9015161"/>
                </a:lnTo>
                <a:lnTo>
                  <a:pt x="9904032" y="8971531"/>
                </a:lnTo>
                <a:lnTo>
                  <a:pt x="9893209" y="8927681"/>
                </a:lnTo>
                <a:lnTo>
                  <a:pt x="9883222" y="8883623"/>
                </a:lnTo>
                <a:lnTo>
                  <a:pt x="9874076" y="8839370"/>
                </a:lnTo>
                <a:lnTo>
                  <a:pt x="9865775" y="8794936"/>
                </a:lnTo>
                <a:lnTo>
                  <a:pt x="9858322" y="8750333"/>
                </a:lnTo>
                <a:lnTo>
                  <a:pt x="9851721" y="8705573"/>
                </a:lnTo>
                <a:lnTo>
                  <a:pt x="9845976" y="8660670"/>
                </a:lnTo>
                <a:lnTo>
                  <a:pt x="9841091" y="8615636"/>
                </a:lnTo>
                <a:lnTo>
                  <a:pt x="9837070" y="8570484"/>
                </a:lnTo>
                <a:lnTo>
                  <a:pt x="9833916" y="8525228"/>
                </a:lnTo>
                <a:lnTo>
                  <a:pt x="9831633" y="8479879"/>
                </a:lnTo>
                <a:lnTo>
                  <a:pt x="9830225" y="8434452"/>
                </a:lnTo>
                <a:lnTo>
                  <a:pt x="9829697" y="8388957"/>
                </a:lnTo>
                <a:lnTo>
                  <a:pt x="9830051" y="8343409"/>
                </a:lnTo>
                <a:lnTo>
                  <a:pt x="9831291" y="8297820"/>
                </a:lnTo>
                <a:lnTo>
                  <a:pt x="9833422" y="8252203"/>
                </a:lnTo>
                <a:lnTo>
                  <a:pt x="9836447" y="8206571"/>
                </a:lnTo>
                <a:lnTo>
                  <a:pt x="9840370" y="8160936"/>
                </a:lnTo>
                <a:lnTo>
                  <a:pt x="9845194" y="8115312"/>
                </a:lnTo>
                <a:lnTo>
                  <a:pt x="9850925" y="8069711"/>
                </a:lnTo>
                <a:lnTo>
                  <a:pt x="9857565" y="8024147"/>
                </a:lnTo>
                <a:lnTo>
                  <a:pt x="9865118" y="7978631"/>
                </a:lnTo>
                <a:lnTo>
                  <a:pt x="9873588" y="7933177"/>
                </a:lnTo>
                <a:lnTo>
                  <a:pt x="9882979" y="7887797"/>
                </a:lnTo>
                <a:lnTo>
                  <a:pt x="9893295" y="7842505"/>
                </a:lnTo>
                <a:lnTo>
                  <a:pt x="9904539" y="7797313"/>
                </a:lnTo>
                <a:lnTo>
                  <a:pt x="9916716" y="7752233"/>
                </a:lnTo>
                <a:lnTo>
                  <a:pt x="9929829" y="7707280"/>
                </a:lnTo>
                <a:lnTo>
                  <a:pt x="9943882" y="7662466"/>
                </a:lnTo>
                <a:lnTo>
                  <a:pt x="9958879" y="7617802"/>
                </a:lnTo>
                <a:lnTo>
                  <a:pt x="9974823" y="7573303"/>
                </a:lnTo>
                <a:lnTo>
                  <a:pt x="9991719" y="7528982"/>
                </a:lnTo>
                <a:lnTo>
                  <a:pt x="10009570" y="7484850"/>
                </a:lnTo>
                <a:lnTo>
                  <a:pt x="10028381" y="7440921"/>
                </a:lnTo>
                <a:lnTo>
                  <a:pt x="10048154" y="7397207"/>
                </a:lnTo>
                <a:lnTo>
                  <a:pt x="10068894" y="7353722"/>
                </a:lnTo>
                <a:lnTo>
                  <a:pt x="10090605" y="7310478"/>
                </a:lnTo>
                <a:lnTo>
                  <a:pt x="10113290" y="7267488"/>
                </a:lnTo>
                <a:close/>
                <a:moveTo>
                  <a:pt x="0" y="0"/>
                </a:moveTo>
                <a:lnTo>
                  <a:pt x="1272056" y="0"/>
                </a:lnTo>
                <a:lnTo>
                  <a:pt x="3423569" y="1078"/>
                </a:lnTo>
                <a:lnTo>
                  <a:pt x="3424575" y="0"/>
                </a:lnTo>
                <a:lnTo>
                  <a:pt x="13059178" y="0"/>
                </a:lnTo>
                <a:lnTo>
                  <a:pt x="13053378" y="6213"/>
                </a:lnTo>
                <a:lnTo>
                  <a:pt x="9157377" y="7210945"/>
                </a:lnTo>
                <a:lnTo>
                  <a:pt x="9134932" y="7253621"/>
                </a:lnTo>
                <a:lnTo>
                  <a:pt x="9113592" y="7296582"/>
                </a:lnTo>
                <a:lnTo>
                  <a:pt x="9093352" y="7339814"/>
                </a:lnTo>
                <a:lnTo>
                  <a:pt x="9074206" y="7383298"/>
                </a:lnTo>
                <a:lnTo>
                  <a:pt x="9056149" y="7427018"/>
                </a:lnTo>
                <a:lnTo>
                  <a:pt x="9039178" y="7470959"/>
                </a:lnTo>
                <a:lnTo>
                  <a:pt x="9023286" y="7515102"/>
                </a:lnTo>
                <a:lnTo>
                  <a:pt x="9008469" y="7559432"/>
                </a:lnTo>
                <a:lnTo>
                  <a:pt x="8994722" y="7603931"/>
                </a:lnTo>
                <a:lnTo>
                  <a:pt x="8982040" y="7648584"/>
                </a:lnTo>
                <a:lnTo>
                  <a:pt x="8970418" y="7693373"/>
                </a:lnTo>
                <a:lnTo>
                  <a:pt x="8959851" y="7738283"/>
                </a:lnTo>
                <a:lnTo>
                  <a:pt x="8950334" y="7783296"/>
                </a:lnTo>
                <a:lnTo>
                  <a:pt x="8941862" y="7828395"/>
                </a:lnTo>
                <a:lnTo>
                  <a:pt x="8934430" y="7873565"/>
                </a:lnTo>
                <a:lnTo>
                  <a:pt x="8928034" y="7918788"/>
                </a:lnTo>
                <a:lnTo>
                  <a:pt x="8922667" y="7964048"/>
                </a:lnTo>
                <a:lnTo>
                  <a:pt x="8918326" y="8009328"/>
                </a:lnTo>
                <a:lnTo>
                  <a:pt x="8915006" y="8054612"/>
                </a:lnTo>
                <a:lnTo>
                  <a:pt x="8912701" y="8099883"/>
                </a:lnTo>
                <a:lnTo>
                  <a:pt x="8911406" y="8145125"/>
                </a:lnTo>
                <a:lnTo>
                  <a:pt x="8911117" y="8190320"/>
                </a:lnTo>
                <a:lnTo>
                  <a:pt x="8911828" y="8235452"/>
                </a:lnTo>
                <a:lnTo>
                  <a:pt x="8913535" y="8280505"/>
                </a:lnTo>
                <a:lnTo>
                  <a:pt x="8916232" y="8325462"/>
                </a:lnTo>
                <a:lnTo>
                  <a:pt x="8919915" y="8370306"/>
                </a:lnTo>
                <a:lnTo>
                  <a:pt x="8924579" y="8415021"/>
                </a:lnTo>
                <a:lnTo>
                  <a:pt x="8930219" y="8459590"/>
                </a:lnTo>
                <a:lnTo>
                  <a:pt x="8936830" y="8503997"/>
                </a:lnTo>
                <a:lnTo>
                  <a:pt x="8944406" y="8548224"/>
                </a:lnTo>
                <a:lnTo>
                  <a:pt x="8952944" y="8592256"/>
                </a:lnTo>
                <a:lnTo>
                  <a:pt x="8962437" y="8636075"/>
                </a:lnTo>
                <a:lnTo>
                  <a:pt x="8972882" y="8679665"/>
                </a:lnTo>
                <a:lnTo>
                  <a:pt x="8984273" y="8723009"/>
                </a:lnTo>
                <a:lnTo>
                  <a:pt x="8996604" y="8766092"/>
                </a:lnTo>
                <a:lnTo>
                  <a:pt x="9009872" y="8808895"/>
                </a:lnTo>
                <a:lnTo>
                  <a:pt x="9024071" y="8851403"/>
                </a:lnTo>
                <a:lnTo>
                  <a:pt x="9039197" y="8893599"/>
                </a:lnTo>
                <a:lnTo>
                  <a:pt x="9055244" y="8935466"/>
                </a:lnTo>
                <a:lnTo>
                  <a:pt x="9072207" y="8976987"/>
                </a:lnTo>
                <a:lnTo>
                  <a:pt x="9090081" y="9018147"/>
                </a:lnTo>
                <a:lnTo>
                  <a:pt x="9108862" y="9058928"/>
                </a:lnTo>
                <a:lnTo>
                  <a:pt x="9128545" y="9099314"/>
                </a:lnTo>
                <a:lnTo>
                  <a:pt x="9149124" y="9139289"/>
                </a:lnTo>
                <a:lnTo>
                  <a:pt x="9170595" y="9178834"/>
                </a:lnTo>
                <a:lnTo>
                  <a:pt x="9192952" y="9217935"/>
                </a:lnTo>
                <a:lnTo>
                  <a:pt x="9216192" y="9256574"/>
                </a:lnTo>
                <a:lnTo>
                  <a:pt x="9240308" y="9294735"/>
                </a:lnTo>
                <a:lnTo>
                  <a:pt x="9265295" y="9332400"/>
                </a:lnTo>
                <a:lnTo>
                  <a:pt x="9291150" y="9369555"/>
                </a:lnTo>
                <a:lnTo>
                  <a:pt x="9317867" y="9406181"/>
                </a:lnTo>
                <a:lnTo>
                  <a:pt x="9345440" y="9442262"/>
                </a:lnTo>
                <a:lnTo>
                  <a:pt x="9373866" y="9477782"/>
                </a:lnTo>
                <a:lnTo>
                  <a:pt x="9403138" y="9512724"/>
                </a:lnTo>
                <a:lnTo>
                  <a:pt x="9433253" y="9547071"/>
                </a:lnTo>
                <a:lnTo>
                  <a:pt x="9464205" y="9580807"/>
                </a:lnTo>
                <a:lnTo>
                  <a:pt x="9495989" y="9613916"/>
                </a:lnTo>
                <a:lnTo>
                  <a:pt x="9528600" y="9646379"/>
                </a:lnTo>
                <a:lnTo>
                  <a:pt x="9562034" y="9678182"/>
                </a:lnTo>
                <a:lnTo>
                  <a:pt x="9596285" y="9709307"/>
                </a:lnTo>
                <a:lnTo>
                  <a:pt x="9631349" y="9739738"/>
                </a:lnTo>
                <a:lnTo>
                  <a:pt x="9667219" y="9769457"/>
                </a:lnTo>
                <a:lnTo>
                  <a:pt x="9703893" y="9798449"/>
                </a:lnTo>
                <a:lnTo>
                  <a:pt x="9741364" y="9826697"/>
                </a:lnTo>
                <a:lnTo>
                  <a:pt x="9779627" y="9854184"/>
                </a:lnTo>
                <a:lnTo>
                  <a:pt x="9818678" y="9880894"/>
                </a:lnTo>
                <a:lnTo>
                  <a:pt x="9858512" y="9906809"/>
                </a:lnTo>
                <a:lnTo>
                  <a:pt x="9899124" y="9931914"/>
                </a:lnTo>
                <a:lnTo>
                  <a:pt x="9940508" y="9956192"/>
                </a:lnTo>
                <a:lnTo>
                  <a:pt x="9982661" y="9979625"/>
                </a:lnTo>
                <a:lnTo>
                  <a:pt x="12440168" y="11308559"/>
                </a:lnTo>
                <a:lnTo>
                  <a:pt x="12526652" y="11308559"/>
                </a:lnTo>
                <a:lnTo>
                  <a:pt x="12553777" y="11308559"/>
                </a:lnTo>
                <a:lnTo>
                  <a:pt x="12560093" y="11308559"/>
                </a:lnTo>
                <a:lnTo>
                  <a:pt x="12579335" y="11320099"/>
                </a:lnTo>
                <a:lnTo>
                  <a:pt x="7508" y="11334116"/>
                </a:lnTo>
                <a:close/>
              </a:path>
            </a:pathLst>
          </a:custGeom>
          <a:solidFill>
            <a:srgbClr val="004C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1081088" y="919629"/>
            <a:ext cx="8329612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9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2"/>
          </p:nvPr>
        </p:nvSpPr>
        <p:spPr>
          <a:xfrm>
            <a:off x="1081088" y="3535363"/>
            <a:ext cx="8329612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04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3845540" y="635"/>
            <a:ext cx="5045710" cy="11308715"/>
          </a:xfrm>
          <a:custGeom>
            <a:avLst/>
            <a:gdLst/>
            <a:ahLst/>
            <a:cxnLst/>
            <a:rect l="l" t="t" r="r" b="b"/>
            <a:pathLst>
              <a:path w="5045709" h="11308715" extrusionOk="0">
                <a:moveTo>
                  <a:pt x="5045590" y="0"/>
                </a:moveTo>
                <a:lnTo>
                  <a:pt x="4145618" y="0"/>
                </a:lnTo>
                <a:lnTo>
                  <a:pt x="246260" y="7210942"/>
                </a:lnTo>
                <a:lnTo>
                  <a:pt x="223815" y="7253618"/>
                </a:lnTo>
                <a:lnTo>
                  <a:pt x="202475" y="7296579"/>
                </a:lnTo>
                <a:lnTo>
                  <a:pt x="182235" y="7339811"/>
                </a:lnTo>
                <a:lnTo>
                  <a:pt x="163089" y="7383295"/>
                </a:lnTo>
                <a:lnTo>
                  <a:pt x="145032" y="7427015"/>
                </a:lnTo>
                <a:lnTo>
                  <a:pt x="128061" y="7470956"/>
                </a:lnTo>
                <a:lnTo>
                  <a:pt x="112169" y="7515099"/>
                </a:lnTo>
                <a:lnTo>
                  <a:pt x="97352" y="7559429"/>
                </a:lnTo>
                <a:lnTo>
                  <a:pt x="83605" y="7603928"/>
                </a:lnTo>
                <a:lnTo>
                  <a:pt x="70923" y="7648581"/>
                </a:lnTo>
                <a:lnTo>
                  <a:pt x="59301" y="7693370"/>
                </a:lnTo>
                <a:lnTo>
                  <a:pt x="48734" y="7738280"/>
                </a:lnTo>
                <a:lnTo>
                  <a:pt x="39217" y="7783293"/>
                </a:lnTo>
                <a:lnTo>
                  <a:pt x="30745" y="7828392"/>
                </a:lnTo>
                <a:lnTo>
                  <a:pt x="23313" y="7873562"/>
                </a:lnTo>
                <a:lnTo>
                  <a:pt x="16917" y="7918785"/>
                </a:lnTo>
                <a:lnTo>
                  <a:pt x="11550" y="7964045"/>
                </a:lnTo>
                <a:lnTo>
                  <a:pt x="7209" y="8009325"/>
                </a:lnTo>
                <a:lnTo>
                  <a:pt x="3889" y="8054609"/>
                </a:lnTo>
                <a:lnTo>
                  <a:pt x="1584" y="8099880"/>
                </a:lnTo>
                <a:lnTo>
                  <a:pt x="289" y="8145122"/>
                </a:lnTo>
                <a:lnTo>
                  <a:pt x="0" y="8190317"/>
                </a:lnTo>
                <a:lnTo>
                  <a:pt x="711" y="8235449"/>
                </a:lnTo>
                <a:lnTo>
                  <a:pt x="2418" y="8280502"/>
                </a:lnTo>
                <a:lnTo>
                  <a:pt x="5115" y="8325459"/>
                </a:lnTo>
                <a:lnTo>
                  <a:pt x="8798" y="8370303"/>
                </a:lnTo>
                <a:lnTo>
                  <a:pt x="13462" y="8415018"/>
                </a:lnTo>
                <a:lnTo>
                  <a:pt x="19102" y="8459587"/>
                </a:lnTo>
                <a:lnTo>
                  <a:pt x="25713" y="8503994"/>
                </a:lnTo>
                <a:lnTo>
                  <a:pt x="33289" y="8548221"/>
                </a:lnTo>
                <a:lnTo>
                  <a:pt x="41827" y="8592253"/>
                </a:lnTo>
                <a:lnTo>
                  <a:pt x="51320" y="8636072"/>
                </a:lnTo>
                <a:lnTo>
                  <a:pt x="61765" y="8679662"/>
                </a:lnTo>
                <a:lnTo>
                  <a:pt x="73156" y="8723006"/>
                </a:lnTo>
                <a:lnTo>
                  <a:pt x="85487" y="8766089"/>
                </a:lnTo>
                <a:lnTo>
                  <a:pt x="98755" y="8808892"/>
                </a:lnTo>
                <a:lnTo>
                  <a:pt x="112954" y="8851400"/>
                </a:lnTo>
                <a:lnTo>
                  <a:pt x="128080" y="8893596"/>
                </a:lnTo>
                <a:lnTo>
                  <a:pt x="144127" y="8935463"/>
                </a:lnTo>
                <a:lnTo>
                  <a:pt x="161090" y="8976984"/>
                </a:lnTo>
                <a:lnTo>
                  <a:pt x="178964" y="9018144"/>
                </a:lnTo>
                <a:lnTo>
                  <a:pt x="197745" y="9058925"/>
                </a:lnTo>
                <a:lnTo>
                  <a:pt x="217428" y="9099311"/>
                </a:lnTo>
                <a:lnTo>
                  <a:pt x="238007" y="9139286"/>
                </a:lnTo>
                <a:lnTo>
                  <a:pt x="259478" y="9178831"/>
                </a:lnTo>
                <a:lnTo>
                  <a:pt x="281835" y="9217932"/>
                </a:lnTo>
                <a:lnTo>
                  <a:pt x="305075" y="9256571"/>
                </a:lnTo>
                <a:lnTo>
                  <a:pt x="329191" y="9294732"/>
                </a:lnTo>
                <a:lnTo>
                  <a:pt x="354178" y="9332397"/>
                </a:lnTo>
                <a:lnTo>
                  <a:pt x="380033" y="9369552"/>
                </a:lnTo>
                <a:lnTo>
                  <a:pt x="406750" y="9406178"/>
                </a:lnTo>
                <a:lnTo>
                  <a:pt x="434323" y="9442259"/>
                </a:lnTo>
                <a:lnTo>
                  <a:pt x="462749" y="9477779"/>
                </a:lnTo>
                <a:lnTo>
                  <a:pt x="492021" y="9512721"/>
                </a:lnTo>
                <a:lnTo>
                  <a:pt x="522136" y="9547068"/>
                </a:lnTo>
                <a:lnTo>
                  <a:pt x="553088" y="9580804"/>
                </a:lnTo>
                <a:lnTo>
                  <a:pt x="584872" y="9613913"/>
                </a:lnTo>
                <a:lnTo>
                  <a:pt x="617483" y="9646376"/>
                </a:lnTo>
                <a:lnTo>
                  <a:pt x="650917" y="9678179"/>
                </a:lnTo>
                <a:lnTo>
                  <a:pt x="685168" y="9709304"/>
                </a:lnTo>
                <a:lnTo>
                  <a:pt x="720232" y="9739735"/>
                </a:lnTo>
                <a:lnTo>
                  <a:pt x="756102" y="9769454"/>
                </a:lnTo>
                <a:lnTo>
                  <a:pt x="792776" y="9798446"/>
                </a:lnTo>
                <a:lnTo>
                  <a:pt x="830247" y="9826694"/>
                </a:lnTo>
                <a:lnTo>
                  <a:pt x="868510" y="9854181"/>
                </a:lnTo>
                <a:lnTo>
                  <a:pt x="907561" y="9880891"/>
                </a:lnTo>
                <a:lnTo>
                  <a:pt x="947395" y="9906806"/>
                </a:lnTo>
                <a:lnTo>
                  <a:pt x="988007" y="9931911"/>
                </a:lnTo>
                <a:lnTo>
                  <a:pt x="1029391" y="9956189"/>
                </a:lnTo>
                <a:lnTo>
                  <a:pt x="1071544" y="9979622"/>
                </a:lnTo>
                <a:lnTo>
                  <a:pt x="3529050" y="11308556"/>
                </a:lnTo>
                <a:lnTo>
                  <a:pt x="3642659" y="11308556"/>
                </a:lnTo>
                <a:lnTo>
                  <a:pt x="2066100" y="10456048"/>
                </a:lnTo>
                <a:lnTo>
                  <a:pt x="2023578" y="10432491"/>
                </a:lnTo>
                <a:lnTo>
                  <a:pt x="1981733" y="10408187"/>
                </a:lnTo>
                <a:lnTo>
                  <a:pt x="1940568" y="10383151"/>
                </a:lnTo>
                <a:lnTo>
                  <a:pt x="1900087" y="10357395"/>
                </a:lnTo>
                <a:lnTo>
                  <a:pt x="1860293" y="10330930"/>
                </a:lnTo>
                <a:lnTo>
                  <a:pt x="1821192" y="10303772"/>
                </a:lnTo>
                <a:lnTo>
                  <a:pt x="1782786" y="10275931"/>
                </a:lnTo>
                <a:lnTo>
                  <a:pt x="1745079" y="10247421"/>
                </a:lnTo>
                <a:lnTo>
                  <a:pt x="1708076" y="10218255"/>
                </a:lnTo>
                <a:lnTo>
                  <a:pt x="1671779" y="10188445"/>
                </a:lnTo>
                <a:lnTo>
                  <a:pt x="1636193" y="10158005"/>
                </a:lnTo>
                <a:lnTo>
                  <a:pt x="1601322" y="10126947"/>
                </a:lnTo>
                <a:lnTo>
                  <a:pt x="1567170" y="10095284"/>
                </a:lnTo>
                <a:lnTo>
                  <a:pt x="1533739" y="10063029"/>
                </a:lnTo>
                <a:lnTo>
                  <a:pt x="1501035" y="10030195"/>
                </a:lnTo>
                <a:lnTo>
                  <a:pt x="1469060" y="9996794"/>
                </a:lnTo>
                <a:lnTo>
                  <a:pt x="1437820" y="9962840"/>
                </a:lnTo>
                <a:lnTo>
                  <a:pt x="1407316" y="9928344"/>
                </a:lnTo>
                <a:lnTo>
                  <a:pt x="1377554" y="9893321"/>
                </a:lnTo>
                <a:lnTo>
                  <a:pt x="1348538" y="9857782"/>
                </a:lnTo>
                <a:lnTo>
                  <a:pt x="1320270" y="9821741"/>
                </a:lnTo>
                <a:lnTo>
                  <a:pt x="1292755" y="9785210"/>
                </a:lnTo>
                <a:lnTo>
                  <a:pt x="1265997" y="9748203"/>
                </a:lnTo>
                <a:lnTo>
                  <a:pt x="1239999" y="9710731"/>
                </a:lnTo>
                <a:lnTo>
                  <a:pt x="1214765" y="9672809"/>
                </a:lnTo>
                <a:lnTo>
                  <a:pt x="1190300" y="9634448"/>
                </a:lnTo>
                <a:lnTo>
                  <a:pt x="1166606" y="9595662"/>
                </a:lnTo>
                <a:lnTo>
                  <a:pt x="1143688" y="9556463"/>
                </a:lnTo>
                <a:lnTo>
                  <a:pt x="1121550" y="9516864"/>
                </a:lnTo>
                <a:lnTo>
                  <a:pt x="1100195" y="9476878"/>
                </a:lnTo>
                <a:lnTo>
                  <a:pt x="1079628" y="9436518"/>
                </a:lnTo>
                <a:lnTo>
                  <a:pt x="1059851" y="9395797"/>
                </a:lnTo>
                <a:lnTo>
                  <a:pt x="1040869" y="9354727"/>
                </a:lnTo>
                <a:lnTo>
                  <a:pt x="1022686" y="9313321"/>
                </a:lnTo>
                <a:lnTo>
                  <a:pt x="1005305" y="9271593"/>
                </a:lnTo>
                <a:lnTo>
                  <a:pt x="988731" y="9229554"/>
                </a:lnTo>
                <a:lnTo>
                  <a:pt x="972967" y="9187218"/>
                </a:lnTo>
                <a:lnTo>
                  <a:pt x="958016" y="9144598"/>
                </a:lnTo>
                <a:lnTo>
                  <a:pt x="943884" y="9101706"/>
                </a:lnTo>
                <a:lnTo>
                  <a:pt x="930573" y="9058555"/>
                </a:lnTo>
                <a:lnTo>
                  <a:pt x="918087" y="9015158"/>
                </a:lnTo>
                <a:lnTo>
                  <a:pt x="906431" y="8971528"/>
                </a:lnTo>
                <a:lnTo>
                  <a:pt x="895608" y="8927678"/>
                </a:lnTo>
                <a:lnTo>
                  <a:pt x="885621" y="8883620"/>
                </a:lnTo>
                <a:lnTo>
                  <a:pt x="876475" y="8839367"/>
                </a:lnTo>
                <a:lnTo>
                  <a:pt x="868174" y="8794933"/>
                </a:lnTo>
                <a:lnTo>
                  <a:pt x="860721" y="8750330"/>
                </a:lnTo>
                <a:lnTo>
                  <a:pt x="854120" y="8705570"/>
                </a:lnTo>
                <a:lnTo>
                  <a:pt x="848375" y="8660667"/>
                </a:lnTo>
                <a:lnTo>
                  <a:pt x="843490" y="8615633"/>
                </a:lnTo>
                <a:lnTo>
                  <a:pt x="839469" y="8570481"/>
                </a:lnTo>
                <a:lnTo>
                  <a:pt x="836315" y="8525225"/>
                </a:lnTo>
                <a:lnTo>
                  <a:pt x="834032" y="8479876"/>
                </a:lnTo>
                <a:lnTo>
                  <a:pt x="832624" y="8434449"/>
                </a:lnTo>
                <a:lnTo>
                  <a:pt x="832096" y="8388954"/>
                </a:lnTo>
                <a:lnTo>
                  <a:pt x="832450" y="8343406"/>
                </a:lnTo>
                <a:lnTo>
                  <a:pt x="833690" y="8297817"/>
                </a:lnTo>
                <a:lnTo>
                  <a:pt x="835821" y="8252200"/>
                </a:lnTo>
                <a:lnTo>
                  <a:pt x="838846" y="8206568"/>
                </a:lnTo>
                <a:lnTo>
                  <a:pt x="842769" y="8160933"/>
                </a:lnTo>
                <a:lnTo>
                  <a:pt x="847593" y="8115309"/>
                </a:lnTo>
                <a:lnTo>
                  <a:pt x="853324" y="8069708"/>
                </a:lnTo>
                <a:lnTo>
                  <a:pt x="859964" y="8024144"/>
                </a:lnTo>
                <a:lnTo>
                  <a:pt x="867517" y="7978628"/>
                </a:lnTo>
                <a:lnTo>
                  <a:pt x="875987" y="7933174"/>
                </a:lnTo>
                <a:lnTo>
                  <a:pt x="885378" y="7887794"/>
                </a:lnTo>
                <a:lnTo>
                  <a:pt x="895694" y="7842502"/>
                </a:lnTo>
                <a:lnTo>
                  <a:pt x="906938" y="7797310"/>
                </a:lnTo>
                <a:lnTo>
                  <a:pt x="919115" y="7752230"/>
                </a:lnTo>
                <a:lnTo>
                  <a:pt x="932228" y="7707277"/>
                </a:lnTo>
                <a:lnTo>
                  <a:pt x="946281" y="7662463"/>
                </a:lnTo>
                <a:lnTo>
                  <a:pt x="961278" y="7617799"/>
                </a:lnTo>
                <a:lnTo>
                  <a:pt x="977222" y="7573300"/>
                </a:lnTo>
                <a:lnTo>
                  <a:pt x="994118" y="7528979"/>
                </a:lnTo>
                <a:lnTo>
                  <a:pt x="1011969" y="7484847"/>
                </a:lnTo>
                <a:lnTo>
                  <a:pt x="1030780" y="7440918"/>
                </a:lnTo>
                <a:lnTo>
                  <a:pt x="1050553" y="7397204"/>
                </a:lnTo>
                <a:lnTo>
                  <a:pt x="1071293" y="7353719"/>
                </a:lnTo>
                <a:lnTo>
                  <a:pt x="1093004" y="7310475"/>
                </a:lnTo>
                <a:lnTo>
                  <a:pt x="1115689" y="7267485"/>
                </a:lnTo>
                <a:lnTo>
                  <a:pt x="5045590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831850" y="692591"/>
            <a:ext cx="92202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831850" y="2606675"/>
            <a:ext cx="9220200" cy="634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24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50" name="Google Shape;50;p6"/>
          <p:cNvGrpSpPr/>
          <p:nvPr/>
        </p:nvGrpSpPr>
        <p:grpSpPr>
          <a:xfrm>
            <a:off x="831850" y="10505931"/>
            <a:ext cx="1954504" cy="276710"/>
            <a:chOff x="831850" y="10505931"/>
            <a:chExt cx="1954504" cy="276710"/>
          </a:xfrm>
        </p:grpSpPr>
        <p:sp>
          <p:nvSpPr>
            <p:cNvPr id="51" name="Google Shape;51;p6"/>
            <p:cNvSpPr/>
            <p:nvPr/>
          </p:nvSpPr>
          <p:spPr>
            <a:xfrm>
              <a:off x="848753" y="10522518"/>
              <a:ext cx="254714" cy="254714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831850" y="10505931"/>
              <a:ext cx="83312" cy="83312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1216608" y="10519828"/>
              <a:ext cx="175842" cy="256763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412124" y="10525502"/>
              <a:ext cx="96628" cy="254032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1548389" y="10531675"/>
              <a:ext cx="184719" cy="250617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1757843" y="10582556"/>
              <a:ext cx="195304" cy="200084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1984381" y="10583255"/>
              <a:ext cx="193597" cy="19667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2208820" y="10582555"/>
              <a:ext cx="168330" cy="200084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2401892" y="10582557"/>
              <a:ext cx="384462" cy="200084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0" name="Google Shape;60;p6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13862050" y="635"/>
            <a:ext cx="5045710" cy="11308715"/>
          </a:xfrm>
          <a:custGeom>
            <a:avLst/>
            <a:gdLst/>
            <a:ahLst/>
            <a:cxnLst/>
            <a:rect l="l" t="t" r="r" b="b"/>
            <a:pathLst>
              <a:path w="5045709" h="11308715" extrusionOk="0">
                <a:moveTo>
                  <a:pt x="5045590" y="0"/>
                </a:moveTo>
                <a:lnTo>
                  <a:pt x="4145618" y="0"/>
                </a:lnTo>
                <a:lnTo>
                  <a:pt x="246260" y="7210942"/>
                </a:lnTo>
                <a:lnTo>
                  <a:pt x="223815" y="7253618"/>
                </a:lnTo>
                <a:lnTo>
                  <a:pt x="202475" y="7296579"/>
                </a:lnTo>
                <a:lnTo>
                  <a:pt x="182235" y="7339811"/>
                </a:lnTo>
                <a:lnTo>
                  <a:pt x="163089" y="7383295"/>
                </a:lnTo>
                <a:lnTo>
                  <a:pt x="145032" y="7427015"/>
                </a:lnTo>
                <a:lnTo>
                  <a:pt x="128061" y="7470956"/>
                </a:lnTo>
                <a:lnTo>
                  <a:pt x="112169" y="7515099"/>
                </a:lnTo>
                <a:lnTo>
                  <a:pt x="97352" y="7559429"/>
                </a:lnTo>
                <a:lnTo>
                  <a:pt x="83605" y="7603928"/>
                </a:lnTo>
                <a:lnTo>
                  <a:pt x="70923" y="7648581"/>
                </a:lnTo>
                <a:lnTo>
                  <a:pt x="59301" y="7693370"/>
                </a:lnTo>
                <a:lnTo>
                  <a:pt x="48734" y="7738280"/>
                </a:lnTo>
                <a:lnTo>
                  <a:pt x="39217" y="7783293"/>
                </a:lnTo>
                <a:lnTo>
                  <a:pt x="30745" y="7828392"/>
                </a:lnTo>
                <a:lnTo>
                  <a:pt x="23313" y="7873562"/>
                </a:lnTo>
                <a:lnTo>
                  <a:pt x="16917" y="7918785"/>
                </a:lnTo>
                <a:lnTo>
                  <a:pt x="11550" y="7964045"/>
                </a:lnTo>
                <a:lnTo>
                  <a:pt x="7209" y="8009325"/>
                </a:lnTo>
                <a:lnTo>
                  <a:pt x="3889" y="8054609"/>
                </a:lnTo>
                <a:lnTo>
                  <a:pt x="1584" y="8099880"/>
                </a:lnTo>
                <a:lnTo>
                  <a:pt x="289" y="8145122"/>
                </a:lnTo>
                <a:lnTo>
                  <a:pt x="0" y="8190317"/>
                </a:lnTo>
                <a:lnTo>
                  <a:pt x="711" y="8235449"/>
                </a:lnTo>
                <a:lnTo>
                  <a:pt x="2418" y="8280502"/>
                </a:lnTo>
                <a:lnTo>
                  <a:pt x="5115" y="8325459"/>
                </a:lnTo>
                <a:lnTo>
                  <a:pt x="8798" y="8370303"/>
                </a:lnTo>
                <a:lnTo>
                  <a:pt x="13462" y="8415018"/>
                </a:lnTo>
                <a:lnTo>
                  <a:pt x="19102" y="8459587"/>
                </a:lnTo>
                <a:lnTo>
                  <a:pt x="25713" y="8503994"/>
                </a:lnTo>
                <a:lnTo>
                  <a:pt x="33289" y="8548221"/>
                </a:lnTo>
                <a:lnTo>
                  <a:pt x="41827" y="8592253"/>
                </a:lnTo>
                <a:lnTo>
                  <a:pt x="51320" y="8636072"/>
                </a:lnTo>
                <a:lnTo>
                  <a:pt x="61765" y="8679662"/>
                </a:lnTo>
                <a:lnTo>
                  <a:pt x="73156" y="8723006"/>
                </a:lnTo>
                <a:lnTo>
                  <a:pt x="85487" y="8766089"/>
                </a:lnTo>
                <a:lnTo>
                  <a:pt x="98755" y="8808892"/>
                </a:lnTo>
                <a:lnTo>
                  <a:pt x="112954" y="8851400"/>
                </a:lnTo>
                <a:lnTo>
                  <a:pt x="128080" y="8893596"/>
                </a:lnTo>
                <a:lnTo>
                  <a:pt x="144127" y="8935463"/>
                </a:lnTo>
                <a:lnTo>
                  <a:pt x="161090" y="8976984"/>
                </a:lnTo>
                <a:lnTo>
                  <a:pt x="178964" y="9018144"/>
                </a:lnTo>
                <a:lnTo>
                  <a:pt x="197745" y="9058925"/>
                </a:lnTo>
                <a:lnTo>
                  <a:pt x="217428" y="9099311"/>
                </a:lnTo>
                <a:lnTo>
                  <a:pt x="238007" y="9139286"/>
                </a:lnTo>
                <a:lnTo>
                  <a:pt x="259478" y="9178831"/>
                </a:lnTo>
                <a:lnTo>
                  <a:pt x="281835" y="9217932"/>
                </a:lnTo>
                <a:lnTo>
                  <a:pt x="305075" y="9256571"/>
                </a:lnTo>
                <a:lnTo>
                  <a:pt x="329191" y="9294732"/>
                </a:lnTo>
                <a:lnTo>
                  <a:pt x="354178" y="9332397"/>
                </a:lnTo>
                <a:lnTo>
                  <a:pt x="380033" y="9369552"/>
                </a:lnTo>
                <a:lnTo>
                  <a:pt x="406750" y="9406178"/>
                </a:lnTo>
                <a:lnTo>
                  <a:pt x="434323" y="9442259"/>
                </a:lnTo>
                <a:lnTo>
                  <a:pt x="462749" y="9477779"/>
                </a:lnTo>
                <a:lnTo>
                  <a:pt x="492021" y="9512721"/>
                </a:lnTo>
                <a:lnTo>
                  <a:pt x="522136" y="9547068"/>
                </a:lnTo>
                <a:lnTo>
                  <a:pt x="553088" y="9580804"/>
                </a:lnTo>
                <a:lnTo>
                  <a:pt x="584872" y="9613913"/>
                </a:lnTo>
                <a:lnTo>
                  <a:pt x="617483" y="9646376"/>
                </a:lnTo>
                <a:lnTo>
                  <a:pt x="650917" y="9678179"/>
                </a:lnTo>
                <a:lnTo>
                  <a:pt x="685168" y="9709304"/>
                </a:lnTo>
                <a:lnTo>
                  <a:pt x="720232" y="9739735"/>
                </a:lnTo>
                <a:lnTo>
                  <a:pt x="756102" y="9769454"/>
                </a:lnTo>
                <a:lnTo>
                  <a:pt x="792776" y="9798446"/>
                </a:lnTo>
                <a:lnTo>
                  <a:pt x="830247" y="9826694"/>
                </a:lnTo>
                <a:lnTo>
                  <a:pt x="868510" y="9854181"/>
                </a:lnTo>
                <a:lnTo>
                  <a:pt x="907561" y="9880891"/>
                </a:lnTo>
                <a:lnTo>
                  <a:pt x="947395" y="9906806"/>
                </a:lnTo>
                <a:lnTo>
                  <a:pt x="988007" y="9931911"/>
                </a:lnTo>
                <a:lnTo>
                  <a:pt x="1029391" y="9956189"/>
                </a:lnTo>
                <a:lnTo>
                  <a:pt x="1071544" y="9979622"/>
                </a:lnTo>
                <a:lnTo>
                  <a:pt x="3529050" y="11308556"/>
                </a:lnTo>
                <a:lnTo>
                  <a:pt x="3642659" y="11308556"/>
                </a:lnTo>
                <a:lnTo>
                  <a:pt x="2066100" y="10456048"/>
                </a:lnTo>
                <a:lnTo>
                  <a:pt x="2023578" y="10432491"/>
                </a:lnTo>
                <a:lnTo>
                  <a:pt x="1981733" y="10408187"/>
                </a:lnTo>
                <a:lnTo>
                  <a:pt x="1940568" y="10383151"/>
                </a:lnTo>
                <a:lnTo>
                  <a:pt x="1900087" y="10357395"/>
                </a:lnTo>
                <a:lnTo>
                  <a:pt x="1860293" y="10330930"/>
                </a:lnTo>
                <a:lnTo>
                  <a:pt x="1821192" y="10303772"/>
                </a:lnTo>
                <a:lnTo>
                  <a:pt x="1782786" y="10275931"/>
                </a:lnTo>
                <a:lnTo>
                  <a:pt x="1745079" y="10247421"/>
                </a:lnTo>
                <a:lnTo>
                  <a:pt x="1708076" y="10218255"/>
                </a:lnTo>
                <a:lnTo>
                  <a:pt x="1671779" y="10188445"/>
                </a:lnTo>
                <a:lnTo>
                  <a:pt x="1636193" y="10158005"/>
                </a:lnTo>
                <a:lnTo>
                  <a:pt x="1601322" y="10126947"/>
                </a:lnTo>
                <a:lnTo>
                  <a:pt x="1567170" y="10095284"/>
                </a:lnTo>
                <a:lnTo>
                  <a:pt x="1533739" y="10063029"/>
                </a:lnTo>
                <a:lnTo>
                  <a:pt x="1501035" y="10030195"/>
                </a:lnTo>
                <a:lnTo>
                  <a:pt x="1469060" y="9996794"/>
                </a:lnTo>
                <a:lnTo>
                  <a:pt x="1437820" y="9962840"/>
                </a:lnTo>
                <a:lnTo>
                  <a:pt x="1407316" y="9928344"/>
                </a:lnTo>
                <a:lnTo>
                  <a:pt x="1377554" y="9893321"/>
                </a:lnTo>
                <a:lnTo>
                  <a:pt x="1348538" y="9857782"/>
                </a:lnTo>
                <a:lnTo>
                  <a:pt x="1320270" y="9821741"/>
                </a:lnTo>
                <a:lnTo>
                  <a:pt x="1292755" y="9785210"/>
                </a:lnTo>
                <a:lnTo>
                  <a:pt x="1265997" y="9748203"/>
                </a:lnTo>
                <a:lnTo>
                  <a:pt x="1239999" y="9710731"/>
                </a:lnTo>
                <a:lnTo>
                  <a:pt x="1214765" y="9672809"/>
                </a:lnTo>
                <a:lnTo>
                  <a:pt x="1190300" y="9634448"/>
                </a:lnTo>
                <a:lnTo>
                  <a:pt x="1166606" y="9595662"/>
                </a:lnTo>
                <a:lnTo>
                  <a:pt x="1143688" y="9556463"/>
                </a:lnTo>
                <a:lnTo>
                  <a:pt x="1121550" y="9516864"/>
                </a:lnTo>
                <a:lnTo>
                  <a:pt x="1100195" y="9476878"/>
                </a:lnTo>
                <a:lnTo>
                  <a:pt x="1079628" y="9436518"/>
                </a:lnTo>
                <a:lnTo>
                  <a:pt x="1059851" y="9395797"/>
                </a:lnTo>
                <a:lnTo>
                  <a:pt x="1040869" y="9354727"/>
                </a:lnTo>
                <a:lnTo>
                  <a:pt x="1022686" y="9313321"/>
                </a:lnTo>
                <a:lnTo>
                  <a:pt x="1005305" y="9271593"/>
                </a:lnTo>
                <a:lnTo>
                  <a:pt x="988731" y="9229554"/>
                </a:lnTo>
                <a:lnTo>
                  <a:pt x="972967" y="9187218"/>
                </a:lnTo>
                <a:lnTo>
                  <a:pt x="958016" y="9144598"/>
                </a:lnTo>
                <a:lnTo>
                  <a:pt x="943884" y="9101706"/>
                </a:lnTo>
                <a:lnTo>
                  <a:pt x="930573" y="9058555"/>
                </a:lnTo>
                <a:lnTo>
                  <a:pt x="918087" y="9015158"/>
                </a:lnTo>
                <a:lnTo>
                  <a:pt x="906431" y="8971528"/>
                </a:lnTo>
                <a:lnTo>
                  <a:pt x="895608" y="8927678"/>
                </a:lnTo>
                <a:lnTo>
                  <a:pt x="885621" y="8883620"/>
                </a:lnTo>
                <a:lnTo>
                  <a:pt x="876475" y="8839367"/>
                </a:lnTo>
                <a:lnTo>
                  <a:pt x="868174" y="8794933"/>
                </a:lnTo>
                <a:lnTo>
                  <a:pt x="860721" y="8750330"/>
                </a:lnTo>
                <a:lnTo>
                  <a:pt x="854120" y="8705570"/>
                </a:lnTo>
                <a:lnTo>
                  <a:pt x="848375" y="8660667"/>
                </a:lnTo>
                <a:lnTo>
                  <a:pt x="843490" y="8615633"/>
                </a:lnTo>
                <a:lnTo>
                  <a:pt x="839469" y="8570481"/>
                </a:lnTo>
                <a:lnTo>
                  <a:pt x="836315" y="8525225"/>
                </a:lnTo>
                <a:lnTo>
                  <a:pt x="834032" y="8479876"/>
                </a:lnTo>
                <a:lnTo>
                  <a:pt x="832624" y="8434449"/>
                </a:lnTo>
                <a:lnTo>
                  <a:pt x="832096" y="8388954"/>
                </a:lnTo>
                <a:lnTo>
                  <a:pt x="832450" y="8343406"/>
                </a:lnTo>
                <a:lnTo>
                  <a:pt x="833690" y="8297817"/>
                </a:lnTo>
                <a:lnTo>
                  <a:pt x="835821" y="8252200"/>
                </a:lnTo>
                <a:lnTo>
                  <a:pt x="838846" y="8206568"/>
                </a:lnTo>
                <a:lnTo>
                  <a:pt x="842769" y="8160933"/>
                </a:lnTo>
                <a:lnTo>
                  <a:pt x="847593" y="8115309"/>
                </a:lnTo>
                <a:lnTo>
                  <a:pt x="853324" y="8069708"/>
                </a:lnTo>
                <a:lnTo>
                  <a:pt x="859964" y="8024144"/>
                </a:lnTo>
                <a:lnTo>
                  <a:pt x="867517" y="7978628"/>
                </a:lnTo>
                <a:lnTo>
                  <a:pt x="875987" y="7933174"/>
                </a:lnTo>
                <a:lnTo>
                  <a:pt x="885378" y="7887794"/>
                </a:lnTo>
                <a:lnTo>
                  <a:pt x="895694" y="7842502"/>
                </a:lnTo>
                <a:lnTo>
                  <a:pt x="906938" y="7797310"/>
                </a:lnTo>
                <a:lnTo>
                  <a:pt x="919115" y="7752230"/>
                </a:lnTo>
                <a:lnTo>
                  <a:pt x="932228" y="7707277"/>
                </a:lnTo>
                <a:lnTo>
                  <a:pt x="946281" y="7662463"/>
                </a:lnTo>
                <a:lnTo>
                  <a:pt x="961278" y="7617799"/>
                </a:lnTo>
                <a:lnTo>
                  <a:pt x="977222" y="7573300"/>
                </a:lnTo>
                <a:lnTo>
                  <a:pt x="994118" y="7528979"/>
                </a:lnTo>
                <a:lnTo>
                  <a:pt x="1011969" y="7484847"/>
                </a:lnTo>
                <a:lnTo>
                  <a:pt x="1030780" y="7440918"/>
                </a:lnTo>
                <a:lnTo>
                  <a:pt x="1050553" y="7397204"/>
                </a:lnTo>
                <a:lnTo>
                  <a:pt x="1071293" y="7353719"/>
                </a:lnTo>
                <a:lnTo>
                  <a:pt x="1093004" y="7310475"/>
                </a:lnTo>
                <a:lnTo>
                  <a:pt x="1115689" y="7267485"/>
                </a:lnTo>
                <a:lnTo>
                  <a:pt x="5045590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831850" y="692591"/>
            <a:ext cx="92202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4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2"/>
          </p:nvPr>
        </p:nvSpPr>
        <p:spPr>
          <a:xfrm>
            <a:off x="831850" y="2606675"/>
            <a:ext cx="9220200" cy="634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04242C"/>
              </a:buClr>
              <a:buSzPts val="2800"/>
              <a:buFont typeface="Poppins"/>
              <a:buNone/>
              <a:defRPr sz="28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24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ldNum" idx="12"/>
          </p:nvPr>
        </p:nvSpPr>
        <p:spPr>
          <a:xfrm>
            <a:off x="18838081" y="10351387"/>
            <a:ext cx="681020" cy="43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7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67" name="Google Shape;67;p7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6" name="Google Shape;76;p7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-1" y="-1"/>
            <a:ext cx="18472148" cy="11309350"/>
          </a:xfrm>
          <a:custGeom>
            <a:avLst/>
            <a:gdLst/>
            <a:ahLst/>
            <a:cxnLst/>
            <a:rect l="l" t="t" r="r" b="b"/>
            <a:pathLst>
              <a:path w="18472148" h="11309350" extrusionOk="0">
                <a:moveTo>
                  <a:pt x="0" y="0"/>
                </a:moveTo>
                <a:lnTo>
                  <a:pt x="38101" y="0"/>
                </a:lnTo>
                <a:lnTo>
                  <a:pt x="2095500" y="0"/>
                </a:lnTo>
                <a:lnTo>
                  <a:pt x="18472148" y="0"/>
                </a:lnTo>
                <a:lnTo>
                  <a:pt x="18472148" y="635"/>
                </a:lnTo>
                <a:lnTo>
                  <a:pt x="17988616" y="635"/>
                </a:lnTo>
                <a:lnTo>
                  <a:pt x="14089260" y="7211071"/>
                </a:lnTo>
                <a:lnTo>
                  <a:pt x="14066815" y="7253744"/>
                </a:lnTo>
                <a:lnTo>
                  <a:pt x="14045475" y="7296702"/>
                </a:lnTo>
                <a:lnTo>
                  <a:pt x="14025235" y="7339931"/>
                </a:lnTo>
                <a:lnTo>
                  <a:pt x="14006089" y="7383412"/>
                </a:lnTo>
                <a:lnTo>
                  <a:pt x="13988032" y="7427129"/>
                </a:lnTo>
                <a:lnTo>
                  <a:pt x="13971061" y="7471067"/>
                </a:lnTo>
                <a:lnTo>
                  <a:pt x="13955169" y="7515207"/>
                </a:lnTo>
                <a:lnTo>
                  <a:pt x="13940352" y="7559533"/>
                </a:lnTo>
                <a:lnTo>
                  <a:pt x="13926605" y="7604029"/>
                </a:lnTo>
                <a:lnTo>
                  <a:pt x="13913923" y="7648679"/>
                </a:lnTo>
                <a:lnTo>
                  <a:pt x="13902301" y="7693465"/>
                </a:lnTo>
                <a:lnTo>
                  <a:pt x="13891734" y="7738372"/>
                </a:lnTo>
                <a:lnTo>
                  <a:pt x="13882217" y="7783382"/>
                </a:lnTo>
                <a:lnTo>
                  <a:pt x="13873745" y="7828478"/>
                </a:lnTo>
                <a:lnTo>
                  <a:pt x="13866313" y="7873644"/>
                </a:lnTo>
                <a:lnTo>
                  <a:pt x="13859917" y="7918864"/>
                </a:lnTo>
                <a:lnTo>
                  <a:pt x="13854550" y="7964121"/>
                </a:lnTo>
                <a:lnTo>
                  <a:pt x="13850209" y="8009398"/>
                </a:lnTo>
                <a:lnTo>
                  <a:pt x="13846889" y="8054679"/>
                </a:lnTo>
                <a:lnTo>
                  <a:pt x="13844584" y="8099947"/>
                </a:lnTo>
                <a:lnTo>
                  <a:pt x="13843289" y="8145185"/>
                </a:lnTo>
                <a:lnTo>
                  <a:pt x="13843000" y="8190377"/>
                </a:lnTo>
                <a:lnTo>
                  <a:pt x="13843711" y="8235506"/>
                </a:lnTo>
                <a:lnTo>
                  <a:pt x="13845418" y="8280556"/>
                </a:lnTo>
                <a:lnTo>
                  <a:pt x="13848115" y="8325510"/>
                </a:lnTo>
                <a:lnTo>
                  <a:pt x="13851798" y="8370351"/>
                </a:lnTo>
                <a:lnTo>
                  <a:pt x="13856462" y="8415062"/>
                </a:lnTo>
                <a:lnTo>
                  <a:pt x="13862102" y="8459628"/>
                </a:lnTo>
                <a:lnTo>
                  <a:pt x="13868713" y="8504032"/>
                </a:lnTo>
                <a:lnTo>
                  <a:pt x="13876289" y="8548256"/>
                </a:lnTo>
                <a:lnTo>
                  <a:pt x="13884827" y="8592285"/>
                </a:lnTo>
                <a:lnTo>
                  <a:pt x="13894320" y="8636101"/>
                </a:lnTo>
                <a:lnTo>
                  <a:pt x="13904765" y="8679688"/>
                </a:lnTo>
                <a:lnTo>
                  <a:pt x="13916156" y="8723029"/>
                </a:lnTo>
                <a:lnTo>
                  <a:pt x="13928487" y="8766109"/>
                </a:lnTo>
                <a:lnTo>
                  <a:pt x="13941755" y="8808909"/>
                </a:lnTo>
                <a:lnTo>
                  <a:pt x="13955954" y="8851414"/>
                </a:lnTo>
                <a:lnTo>
                  <a:pt x="13971080" y="8893607"/>
                </a:lnTo>
                <a:lnTo>
                  <a:pt x="13987127" y="8935471"/>
                </a:lnTo>
                <a:lnTo>
                  <a:pt x="14004090" y="8976989"/>
                </a:lnTo>
                <a:lnTo>
                  <a:pt x="14021964" y="9018146"/>
                </a:lnTo>
                <a:lnTo>
                  <a:pt x="14040745" y="9058924"/>
                </a:lnTo>
                <a:lnTo>
                  <a:pt x="14060428" y="9099307"/>
                </a:lnTo>
                <a:lnTo>
                  <a:pt x="14081007" y="9139279"/>
                </a:lnTo>
                <a:lnTo>
                  <a:pt x="14102478" y="9178822"/>
                </a:lnTo>
                <a:lnTo>
                  <a:pt x="14124835" y="9217920"/>
                </a:lnTo>
                <a:lnTo>
                  <a:pt x="14148075" y="9256556"/>
                </a:lnTo>
                <a:lnTo>
                  <a:pt x="14172191" y="9294714"/>
                </a:lnTo>
                <a:lnTo>
                  <a:pt x="14197178" y="9332377"/>
                </a:lnTo>
                <a:lnTo>
                  <a:pt x="14223033" y="9369529"/>
                </a:lnTo>
                <a:lnTo>
                  <a:pt x="14249750" y="9406153"/>
                </a:lnTo>
                <a:lnTo>
                  <a:pt x="14277323" y="9442231"/>
                </a:lnTo>
                <a:lnTo>
                  <a:pt x="14305749" y="9477749"/>
                </a:lnTo>
                <a:lnTo>
                  <a:pt x="14335021" y="9512688"/>
                </a:lnTo>
                <a:lnTo>
                  <a:pt x="14365136" y="9547033"/>
                </a:lnTo>
                <a:lnTo>
                  <a:pt x="14396088" y="9580766"/>
                </a:lnTo>
                <a:lnTo>
                  <a:pt x="14427872" y="9613873"/>
                </a:lnTo>
                <a:lnTo>
                  <a:pt x="14460483" y="9646334"/>
                </a:lnTo>
                <a:lnTo>
                  <a:pt x="14493917" y="9678134"/>
                </a:lnTo>
                <a:lnTo>
                  <a:pt x="14528168" y="9709257"/>
                </a:lnTo>
                <a:lnTo>
                  <a:pt x="14563232" y="9739686"/>
                </a:lnTo>
                <a:lnTo>
                  <a:pt x="14599102" y="9769403"/>
                </a:lnTo>
                <a:lnTo>
                  <a:pt x="14635776" y="9798393"/>
                </a:lnTo>
                <a:lnTo>
                  <a:pt x="14673247" y="9826639"/>
                </a:lnTo>
                <a:lnTo>
                  <a:pt x="14711510" y="9854124"/>
                </a:lnTo>
                <a:lnTo>
                  <a:pt x="14750561" y="9880832"/>
                </a:lnTo>
                <a:lnTo>
                  <a:pt x="14790395" y="9906745"/>
                </a:lnTo>
                <a:lnTo>
                  <a:pt x="14831007" y="9931849"/>
                </a:lnTo>
                <a:lnTo>
                  <a:pt x="14872391" y="9956125"/>
                </a:lnTo>
                <a:lnTo>
                  <a:pt x="14914544" y="9979556"/>
                </a:lnTo>
                <a:lnTo>
                  <a:pt x="17372048" y="11308397"/>
                </a:lnTo>
                <a:lnTo>
                  <a:pt x="17472396" y="11308397"/>
                </a:lnTo>
                <a:lnTo>
                  <a:pt x="17473864" y="11309191"/>
                </a:lnTo>
                <a:lnTo>
                  <a:pt x="17360256" y="11309191"/>
                </a:lnTo>
                <a:lnTo>
                  <a:pt x="17359084" y="11308556"/>
                </a:lnTo>
                <a:lnTo>
                  <a:pt x="17359080" y="11308556"/>
                </a:lnTo>
                <a:lnTo>
                  <a:pt x="2095500" y="11308556"/>
                </a:lnTo>
                <a:lnTo>
                  <a:pt x="2095500" y="11309350"/>
                </a:lnTo>
                <a:lnTo>
                  <a:pt x="0" y="11309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9" name="Google Shape;79;p8"/>
          <p:cNvSpPr txBox="1">
            <a:spLocks noGrp="1"/>
          </p:cNvSpPr>
          <p:nvPr>
            <p:ph type="body" idx="1"/>
          </p:nvPr>
        </p:nvSpPr>
        <p:spPr>
          <a:xfrm>
            <a:off x="831850" y="692591"/>
            <a:ext cx="92202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2"/>
          </p:nvPr>
        </p:nvSpPr>
        <p:spPr>
          <a:xfrm>
            <a:off x="831850" y="2606675"/>
            <a:ext cx="9220200" cy="634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24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ldNum" idx="12"/>
          </p:nvPr>
        </p:nvSpPr>
        <p:spPr>
          <a:xfrm>
            <a:off x="18838081" y="10351387"/>
            <a:ext cx="681020" cy="43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indent="0" algn="ctr">
              <a:spcBef>
                <a:spcPts val="0"/>
              </a:spcBef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grpSp>
        <p:nvGrpSpPr>
          <p:cNvPr id="82" name="Google Shape;82;p8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83" name="Google Shape;83;p8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2" name="Google Shape;92;p8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5" name="Google Shape;95;p9"/>
          <p:cNvSpPr/>
          <p:nvPr/>
        </p:nvSpPr>
        <p:spPr>
          <a:xfrm>
            <a:off x="0" y="0"/>
            <a:ext cx="13857605" cy="5654675"/>
          </a:xfrm>
          <a:custGeom>
            <a:avLst/>
            <a:gdLst/>
            <a:ahLst/>
            <a:cxnLst/>
            <a:rect l="l" t="t" r="r" b="b"/>
            <a:pathLst>
              <a:path w="13857605" h="5654675" extrusionOk="0">
                <a:moveTo>
                  <a:pt x="13857232" y="0"/>
                </a:moveTo>
                <a:lnTo>
                  <a:pt x="0" y="0"/>
                </a:lnTo>
                <a:lnTo>
                  <a:pt x="0" y="5654278"/>
                </a:lnTo>
                <a:lnTo>
                  <a:pt x="13857232" y="5654278"/>
                </a:lnTo>
                <a:lnTo>
                  <a:pt x="13857232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6" name="Google Shape;96;p9"/>
          <p:cNvSpPr>
            <a:spLocks noGrp="1"/>
          </p:cNvSpPr>
          <p:nvPr>
            <p:ph type="pic" idx="2"/>
          </p:nvPr>
        </p:nvSpPr>
        <p:spPr>
          <a:xfrm>
            <a:off x="10735452" y="1431071"/>
            <a:ext cx="8327086" cy="8327082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9"/>
          <p:cNvSpPr/>
          <p:nvPr/>
        </p:nvSpPr>
        <p:spPr>
          <a:xfrm>
            <a:off x="831850" y="6188075"/>
            <a:ext cx="644363" cy="644363"/>
          </a:xfrm>
          <a:prstGeom prst="ellipse">
            <a:avLst/>
          </a:prstGeom>
          <a:solidFill>
            <a:srgbClr val="0A797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831850" y="8210712"/>
            <a:ext cx="644363" cy="644363"/>
          </a:xfrm>
          <a:prstGeom prst="ellipse">
            <a:avLst/>
          </a:prstGeom>
          <a:solidFill>
            <a:srgbClr val="0A797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body" idx="1"/>
          </p:nvPr>
        </p:nvSpPr>
        <p:spPr>
          <a:xfrm>
            <a:off x="831850" y="1489521"/>
            <a:ext cx="913305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body" idx="3"/>
          </p:nvPr>
        </p:nvSpPr>
        <p:spPr>
          <a:xfrm>
            <a:off x="831850" y="3673475"/>
            <a:ext cx="91330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4"/>
          </p:nvPr>
        </p:nvSpPr>
        <p:spPr>
          <a:xfrm>
            <a:off x="1602403" y="6294813"/>
            <a:ext cx="8362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body" idx="5"/>
          </p:nvPr>
        </p:nvSpPr>
        <p:spPr>
          <a:xfrm>
            <a:off x="1602403" y="6844684"/>
            <a:ext cx="8362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body" idx="6"/>
          </p:nvPr>
        </p:nvSpPr>
        <p:spPr>
          <a:xfrm>
            <a:off x="1602403" y="8288778"/>
            <a:ext cx="8362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7"/>
          </p:nvPr>
        </p:nvSpPr>
        <p:spPr>
          <a:xfrm>
            <a:off x="1601950" y="8823807"/>
            <a:ext cx="8362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105" name="Google Shape;105;p9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106" name="Google Shape;106;p9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5" name="Google Shape;115;p9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6" name="Google Shape;116;p9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19" name="Google Shape;119;p10" descr="A picture containing text, tree, outdoor, woode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104100" cy="672528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0" y="-22225"/>
            <a:ext cx="20104100" cy="6725284"/>
          </a:xfrm>
          <a:custGeom>
            <a:avLst/>
            <a:gdLst/>
            <a:ahLst/>
            <a:cxnLst/>
            <a:rect l="l" t="t" r="r" b="b"/>
            <a:pathLst>
              <a:path w="20104100" h="6725284" extrusionOk="0">
                <a:moveTo>
                  <a:pt x="20104099" y="0"/>
                </a:moveTo>
                <a:lnTo>
                  <a:pt x="0" y="0"/>
                </a:lnTo>
                <a:lnTo>
                  <a:pt x="0" y="6725051"/>
                </a:lnTo>
                <a:lnTo>
                  <a:pt x="20104099" y="5953378"/>
                </a:lnTo>
                <a:lnTo>
                  <a:pt x="20104099" y="0"/>
                </a:lnTo>
                <a:close/>
              </a:path>
            </a:pathLst>
          </a:custGeom>
          <a:solidFill>
            <a:srgbClr val="0A7975">
              <a:alpha val="8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1" name="Google Shape;121;p10"/>
          <p:cNvSpPr/>
          <p:nvPr/>
        </p:nvSpPr>
        <p:spPr>
          <a:xfrm>
            <a:off x="831850" y="5161235"/>
            <a:ext cx="5831840" cy="2453142"/>
          </a:xfrm>
          <a:prstGeom prst="rect">
            <a:avLst/>
          </a:prstGeom>
          <a:solidFill>
            <a:srgbClr val="E8E4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2" name="Google Shape;122;p10"/>
          <p:cNvSpPr txBox="1">
            <a:spLocks noGrp="1"/>
          </p:cNvSpPr>
          <p:nvPr>
            <p:ph type="body" idx="1"/>
          </p:nvPr>
        </p:nvSpPr>
        <p:spPr>
          <a:xfrm>
            <a:off x="831850" y="1489521"/>
            <a:ext cx="1082040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body" idx="2"/>
          </p:nvPr>
        </p:nvSpPr>
        <p:spPr>
          <a:xfrm>
            <a:off x="831850" y="3673475"/>
            <a:ext cx="108204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body" idx="3"/>
          </p:nvPr>
        </p:nvSpPr>
        <p:spPr>
          <a:xfrm>
            <a:off x="1080770" y="5852244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" name="Google Shape;125;p10"/>
          <p:cNvSpPr txBox="1">
            <a:spLocks noGrp="1"/>
          </p:cNvSpPr>
          <p:nvPr>
            <p:ph type="body" idx="4"/>
          </p:nvPr>
        </p:nvSpPr>
        <p:spPr>
          <a:xfrm>
            <a:off x="1080770" y="639743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6942334" y="5161235"/>
            <a:ext cx="5831840" cy="2453142"/>
          </a:xfrm>
          <a:prstGeom prst="rect">
            <a:avLst/>
          </a:prstGeom>
          <a:solidFill>
            <a:srgbClr val="E8E4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5"/>
          </p:nvPr>
        </p:nvSpPr>
        <p:spPr>
          <a:xfrm>
            <a:off x="7191254" y="5852244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body" idx="6"/>
          </p:nvPr>
        </p:nvSpPr>
        <p:spPr>
          <a:xfrm>
            <a:off x="7191254" y="639743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13052818" y="5161235"/>
            <a:ext cx="5831840" cy="2453142"/>
          </a:xfrm>
          <a:prstGeom prst="rect">
            <a:avLst/>
          </a:prstGeom>
          <a:solidFill>
            <a:srgbClr val="E8E4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0" name="Google Shape;130;p10"/>
          <p:cNvSpPr txBox="1">
            <a:spLocks noGrp="1"/>
          </p:cNvSpPr>
          <p:nvPr>
            <p:ph type="body" idx="7"/>
          </p:nvPr>
        </p:nvSpPr>
        <p:spPr>
          <a:xfrm>
            <a:off x="13301738" y="5852244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1" name="Google Shape;131;p10"/>
          <p:cNvSpPr txBox="1">
            <a:spLocks noGrp="1"/>
          </p:cNvSpPr>
          <p:nvPr>
            <p:ph type="body" idx="8"/>
          </p:nvPr>
        </p:nvSpPr>
        <p:spPr>
          <a:xfrm>
            <a:off x="13301738" y="639743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831850" y="7839465"/>
            <a:ext cx="5831840" cy="2453142"/>
          </a:xfrm>
          <a:prstGeom prst="rect">
            <a:avLst/>
          </a:prstGeom>
          <a:solidFill>
            <a:srgbClr val="E8E4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9"/>
          </p:nvPr>
        </p:nvSpPr>
        <p:spPr>
          <a:xfrm>
            <a:off x="1080770" y="8530474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body" idx="13"/>
          </p:nvPr>
        </p:nvSpPr>
        <p:spPr>
          <a:xfrm>
            <a:off x="1080770" y="907566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6942334" y="7839465"/>
            <a:ext cx="5831840" cy="2453142"/>
          </a:xfrm>
          <a:prstGeom prst="rect">
            <a:avLst/>
          </a:prstGeom>
          <a:solidFill>
            <a:srgbClr val="E8E4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6" name="Google Shape;136;p10"/>
          <p:cNvSpPr txBox="1">
            <a:spLocks noGrp="1"/>
          </p:cNvSpPr>
          <p:nvPr>
            <p:ph type="body" idx="14"/>
          </p:nvPr>
        </p:nvSpPr>
        <p:spPr>
          <a:xfrm>
            <a:off x="7191254" y="8530474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7" name="Google Shape;137;p10"/>
          <p:cNvSpPr txBox="1">
            <a:spLocks noGrp="1"/>
          </p:cNvSpPr>
          <p:nvPr>
            <p:ph type="body" idx="15"/>
          </p:nvPr>
        </p:nvSpPr>
        <p:spPr>
          <a:xfrm>
            <a:off x="7191254" y="907566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13052818" y="7839465"/>
            <a:ext cx="5831840" cy="2453142"/>
          </a:xfrm>
          <a:prstGeom prst="rect">
            <a:avLst/>
          </a:prstGeom>
          <a:solidFill>
            <a:srgbClr val="E8E4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16"/>
          </p:nvPr>
        </p:nvSpPr>
        <p:spPr>
          <a:xfrm>
            <a:off x="13301738" y="8530474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7"/>
          </p:nvPr>
        </p:nvSpPr>
        <p:spPr>
          <a:xfrm>
            <a:off x="13301738" y="907566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141" name="Google Shape;141;p10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142" name="Google Shape;142;p10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" name="Google Shape;146;p10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" name="Google Shape;147;p10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1" name="Google Shape;151;p10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0" y="0"/>
            <a:ext cx="13059178" cy="11334116"/>
          </a:xfrm>
          <a:custGeom>
            <a:avLst/>
            <a:gdLst/>
            <a:ahLst/>
            <a:cxnLst/>
            <a:rect l="l" t="t" r="r" b="b"/>
            <a:pathLst>
              <a:path w="13059178" h="11334116" extrusionOk="0">
                <a:moveTo>
                  <a:pt x="12232410" y="3348645"/>
                </a:moveTo>
                <a:lnTo>
                  <a:pt x="10315775" y="7279598"/>
                </a:lnTo>
                <a:lnTo>
                  <a:pt x="10295258" y="7322722"/>
                </a:lnTo>
                <a:lnTo>
                  <a:pt x="10275621" y="7366102"/>
                </a:lnTo>
                <a:lnTo>
                  <a:pt x="10256861" y="7409723"/>
                </a:lnTo>
                <a:lnTo>
                  <a:pt x="10238976" y="7453574"/>
                </a:lnTo>
                <a:lnTo>
                  <a:pt x="10221962" y="7497641"/>
                </a:lnTo>
                <a:lnTo>
                  <a:pt x="10205816" y="7541911"/>
                </a:lnTo>
                <a:lnTo>
                  <a:pt x="10190534" y="7586370"/>
                </a:lnTo>
                <a:lnTo>
                  <a:pt x="10176113" y="7631009"/>
                </a:lnTo>
                <a:lnTo>
                  <a:pt x="10162549" y="7675813"/>
                </a:lnTo>
                <a:lnTo>
                  <a:pt x="10149838" y="7720767"/>
                </a:lnTo>
                <a:lnTo>
                  <a:pt x="10137977" y="7765861"/>
                </a:lnTo>
                <a:lnTo>
                  <a:pt x="10126963" y="7811082"/>
                </a:lnTo>
                <a:lnTo>
                  <a:pt x="10116793" y="7856415"/>
                </a:lnTo>
                <a:lnTo>
                  <a:pt x="10107463" y="7901849"/>
                </a:lnTo>
                <a:lnTo>
                  <a:pt x="10098969" y="7947371"/>
                </a:lnTo>
                <a:lnTo>
                  <a:pt x="10091308" y="7992968"/>
                </a:lnTo>
                <a:lnTo>
                  <a:pt x="10084476" y="8038626"/>
                </a:lnTo>
                <a:lnTo>
                  <a:pt x="10078471" y="8084333"/>
                </a:lnTo>
                <a:lnTo>
                  <a:pt x="10073287" y="8130077"/>
                </a:lnTo>
                <a:lnTo>
                  <a:pt x="10068924" y="8175844"/>
                </a:lnTo>
                <a:lnTo>
                  <a:pt x="10065375" y="8221621"/>
                </a:lnTo>
                <a:lnTo>
                  <a:pt x="10062639" y="8267396"/>
                </a:lnTo>
                <a:lnTo>
                  <a:pt x="10060711" y="8313156"/>
                </a:lnTo>
                <a:lnTo>
                  <a:pt x="10059590" y="8358888"/>
                </a:lnTo>
                <a:lnTo>
                  <a:pt x="10059270" y="8404578"/>
                </a:lnTo>
                <a:lnTo>
                  <a:pt x="10059748" y="8450216"/>
                </a:lnTo>
                <a:lnTo>
                  <a:pt x="10061021" y="8495785"/>
                </a:lnTo>
                <a:lnTo>
                  <a:pt x="10063086" y="8541276"/>
                </a:lnTo>
                <a:lnTo>
                  <a:pt x="10065939" y="8586674"/>
                </a:lnTo>
                <a:lnTo>
                  <a:pt x="10069576" y="8631967"/>
                </a:lnTo>
                <a:lnTo>
                  <a:pt x="10073994" y="8677142"/>
                </a:lnTo>
                <a:lnTo>
                  <a:pt x="10079191" y="8722186"/>
                </a:lnTo>
                <a:lnTo>
                  <a:pt x="10085161" y="8767086"/>
                </a:lnTo>
                <a:lnTo>
                  <a:pt x="10091902" y="8811829"/>
                </a:lnTo>
                <a:lnTo>
                  <a:pt x="10099411" y="8856402"/>
                </a:lnTo>
                <a:lnTo>
                  <a:pt x="10107682" y="8900793"/>
                </a:lnTo>
                <a:lnTo>
                  <a:pt x="10116715" y="8944989"/>
                </a:lnTo>
                <a:lnTo>
                  <a:pt x="10126505" y="8988977"/>
                </a:lnTo>
                <a:lnTo>
                  <a:pt x="10137048" y="9032743"/>
                </a:lnTo>
                <a:lnTo>
                  <a:pt x="10148341" y="9076276"/>
                </a:lnTo>
                <a:lnTo>
                  <a:pt x="10160380" y="9119562"/>
                </a:lnTo>
                <a:lnTo>
                  <a:pt x="10173163" y="9162588"/>
                </a:lnTo>
                <a:lnTo>
                  <a:pt x="10186686" y="9205342"/>
                </a:lnTo>
                <a:lnTo>
                  <a:pt x="10200944" y="9247810"/>
                </a:lnTo>
                <a:lnTo>
                  <a:pt x="10215935" y="9289981"/>
                </a:lnTo>
                <a:lnTo>
                  <a:pt x="10231656" y="9331840"/>
                </a:lnTo>
                <a:lnTo>
                  <a:pt x="10248102" y="9373375"/>
                </a:lnTo>
                <a:lnTo>
                  <a:pt x="10265271" y="9414574"/>
                </a:lnTo>
                <a:lnTo>
                  <a:pt x="10283160" y="9455423"/>
                </a:lnTo>
                <a:lnTo>
                  <a:pt x="10301762" y="9495909"/>
                </a:lnTo>
                <a:lnTo>
                  <a:pt x="10321076" y="9536020"/>
                </a:lnTo>
                <a:lnTo>
                  <a:pt x="10341101" y="9575743"/>
                </a:lnTo>
                <a:lnTo>
                  <a:pt x="10361829" y="9615065"/>
                </a:lnTo>
                <a:lnTo>
                  <a:pt x="10383260" y="9653972"/>
                </a:lnTo>
                <a:lnTo>
                  <a:pt x="10405389" y="9692453"/>
                </a:lnTo>
                <a:lnTo>
                  <a:pt x="10428213" y="9730494"/>
                </a:lnTo>
                <a:lnTo>
                  <a:pt x="10451727" y="9768084"/>
                </a:lnTo>
                <a:lnTo>
                  <a:pt x="10475930" y="9805206"/>
                </a:lnTo>
                <a:lnTo>
                  <a:pt x="10500816" y="9841852"/>
                </a:lnTo>
                <a:lnTo>
                  <a:pt x="10526384" y="9878006"/>
                </a:lnTo>
                <a:lnTo>
                  <a:pt x="10552629" y="9913656"/>
                </a:lnTo>
                <a:lnTo>
                  <a:pt x="10579548" y="9948789"/>
                </a:lnTo>
                <a:lnTo>
                  <a:pt x="10607139" y="9983393"/>
                </a:lnTo>
                <a:lnTo>
                  <a:pt x="10635394" y="10017453"/>
                </a:lnTo>
                <a:lnTo>
                  <a:pt x="10664315" y="10050959"/>
                </a:lnTo>
                <a:lnTo>
                  <a:pt x="10693895" y="10083895"/>
                </a:lnTo>
                <a:lnTo>
                  <a:pt x="10724133" y="10116251"/>
                </a:lnTo>
                <a:lnTo>
                  <a:pt x="10755023" y="10148014"/>
                </a:lnTo>
                <a:lnTo>
                  <a:pt x="10786564" y="10179169"/>
                </a:lnTo>
                <a:lnTo>
                  <a:pt x="10818750" y="10209704"/>
                </a:lnTo>
                <a:lnTo>
                  <a:pt x="10851581" y="10239607"/>
                </a:lnTo>
                <a:lnTo>
                  <a:pt x="10885050" y="10268865"/>
                </a:lnTo>
                <a:lnTo>
                  <a:pt x="10919155" y="10297464"/>
                </a:lnTo>
                <a:lnTo>
                  <a:pt x="10953893" y="10325392"/>
                </a:lnTo>
                <a:lnTo>
                  <a:pt x="10989259" y="10352635"/>
                </a:lnTo>
                <a:lnTo>
                  <a:pt x="11025252" y="10379183"/>
                </a:lnTo>
                <a:lnTo>
                  <a:pt x="11061866" y="10405020"/>
                </a:lnTo>
                <a:lnTo>
                  <a:pt x="11099099" y="10430134"/>
                </a:lnTo>
                <a:lnTo>
                  <a:pt x="11136948" y="10454514"/>
                </a:lnTo>
                <a:lnTo>
                  <a:pt x="11175409" y="10478145"/>
                </a:lnTo>
                <a:lnTo>
                  <a:pt x="11825026" y="10867729"/>
                </a:lnTo>
                <a:lnTo>
                  <a:pt x="11063701" y="10456051"/>
                </a:lnTo>
                <a:lnTo>
                  <a:pt x="11021179" y="10432494"/>
                </a:lnTo>
                <a:lnTo>
                  <a:pt x="10979334" y="10408190"/>
                </a:lnTo>
                <a:lnTo>
                  <a:pt x="10938169" y="10383154"/>
                </a:lnTo>
                <a:lnTo>
                  <a:pt x="10897688" y="10357398"/>
                </a:lnTo>
                <a:lnTo>
                  <a:pt x="10857894" y="10330933"/>
                </a:lnTo>
                <a:lnTo>
                  <a:pt x="10818793" y="10303775"/>
                </a:lnTo>
                <a:lnTo>
                  <a:pt x="10780387" y="10275934"/>
                </a:lnTo>
                <a:lnTo>
                  <a:pt x="10742680" y="10247424"/>
                </a:lnTo>
                <a:lnTo>
                  <a:pt x="10705677" y="10218258"/>
                </a:lnTo>
                <a:lnTo>
                  <a:pt x="10669380" y="10188448"/>
                </a:lnTo>
                <a:lnTo>
                  <a:pt x="10633794" y="10158008"/>
                </a:lnTo>
                <a:lnTo>
                  <a:pt x="10598923" y="10126950"/>
                </a:lnTo>
                <a:lnTo>
                  <a:pt x="10564771" y="10095287"/>
                </a:lnTo>
                <a:lnTo>
                  <a:pt x="10531340" y="10063032"/>
                </a:lnTo>
                <a:lnTo>
                  <a:pt x="10498636" y="10030198"/>
                </a:lnTo>
                <a:lnTo>
                  <a:pt x="10466661" y="9996797"/>
                </a:lnTo>
                <a:lnTo>
                  <a:pt x="10435421" y="9962843"/>
                </a:lnTo>
                <a:lnTo>
                  <a:pt x="10404917" y="9928347"/>
                </a:lnTo>
                <a:lnTo>
                  <a:pt x="10375155" y="9893324"/>
                </a:lnTo>
                <a:lnTo>
                  <a:pt x="10346139" y="9857785"/>
                </a:lnTo>
                <a:lnTo>
                  <a:pt x="10317871" y="9821744"/>
                </a:lnTo>
                <a:lnTo>
                  <a:pt x="10290356" y="9785213"/>
                </a:lnTo>
                <a:lnTo>
                  <a:pt x="10263598" y="9748206"/>
                </a:lnTo>
                <a:lnTo>
                  <a:pt x="10237600" y="9710734"/>
                </a:lnTo>
                <a:lnTo>
                  <a:pt x="10212366" y="9672812"/>
                </a:lnTo>
                <a:lnTo>
                  <a:pt x="10187901" y="9634451"/>
                </a:lnTo>
                <a:lnTo>
                  <a:pt x="10164207" y="9595665"/>
                </a:lnTo>
                <a:lnTo>
                  <a:pt x="10141289" y="9556466"/>
                </a:lnTo>
                <a:lnTo>
                  <a:pt x="10119151" y="9516867"/>
                </a:lnTo>
                <a:lnTo>
                  <a:pt x="10097796" y="9476881"/>
                </a:lnTo>
                <a:lnTo>
                  <a:pt x="10077229" y="9436521"/>
                </a:lnTo>
                <a:lnTo>
                  <a:pt x="10057452" y="9395800"/>
                </a:lnTo>
                <a:lnTo>
                  <a:pt x="10038470" y="9354730"/>
                </a:lnTo>
                <a:lnTo>
                  <a:pt x="10020287" y="9313324"/>
                </a:lnTo>
                <a:lnTo>
                  <a:pt x="10002906" y="9271596"/>
                </a:lnTo>
                <a:lnTo>
                  <a:pt x="9986332" y="9229557"/>
                </a:lnTo>
                <a:lnTo>
                  <a:pt x="9970568" y="9187221"/>
                </a:lnTo>
                <a:lnTo>
                  <a:pt x="9955617" y="9144601"/>
                </a:lnTo>
                <a:lnTo>
                  <a:pt x="9941485" y="9101709"/>
                </a:lnTo>
                <a:lnTo>
                  <a:pt x="9928174" y="9058558"/>
                </a:lnTo>
                <a:lnTo>
                  <a:pt x="9915688" y="9015161"/>
                </a:lnTo>
                <a:lnTo>
                  <a:pt x="9904032" y="8971531"/>
                </a:lnTo>
                <a:lnTo>
                  <a:pt x="9893209" y="8927681"/>
                </a:lnTo>
                <a:lnTo>
                  <a:pt x="9883222" y="8883623"/>
                </a:lnTo>
                <a:lnTo>
                  <a:pt x="9874076" y="8839370"/>
                </a:lnTo>
                <a:lnTo>
                  <a:pt x="9865775" y="8794936"/>
                </a:lnTo>
                <a:lnTo>
                  <a:pt x="9858322" y="8750333"/>
                </a:lnTo>
                <a:lnTo>
                  <a:pt x="9851721" y="8705573"/>
                </a:lnTo>
                <a:lnTo>
                  <a:pt x="9845976" y="8660670"/>
                </a:lnTo>
                <a:lnTo>
                  <a:pt x="9841091" y="8615636"/>
                </a:lnTo>
                <a:lnTo>
                  <a:pt x="9837070" y="8570484"/>
                </a:lnTo>
                <a:lnTo>
                  <a:pt x="9833916" y="8525228"/>
                </a:lnTo>
                <a:lnTo>
                  <a:pt x="9831633" y="8479879"/>
                </a:lnTo>
                <a:lnTo>
                  <a:pt x="9830225" y="8434452"/>
                </a:lnTo>
                <a:lnTo>
                  <a:pt x="9829697" y="8388957"/>
                </a:lnTo>
                <a:lnTo>
                  <a:pt x="9830051" y="8343409"/>
                </a:lnTo>
                <a:lnTo>
                  <a:pt x="9831291" y="8297820"/>
                </a:lnTo>
                <a:lnTo>
                  <a:pt x="9833422" y="8252203"/>
                </a:lnTo>
                <a:lnTo>
                  <a:pt x="9836447" y="8206571"/>
                </a:lnTo>
                <a:lnTo>
                  <a:pt x="9840370" y="8160936"/>
                </a:lnTo>
                <a:lnTo>
                  <a:pt x="9845194" y="8115312"/>
                </a:lnTo>
                <a:lnTo>
                  <a:pt x="9850925" y="8069711"/>
                </a:lnTo>
                <a:lnTo>
                  <a:pt x="9857565" y="8024147"/>
                </a:lnTo>
                <a:lnTo>
                  <a:pt x="9865118" y="7978631"/>
                </a:lnTo>
                <a:lnTo>
                  <a:pt x="9873588" y="7933177"/>
                </a:lnTo>
                <a:lnTo>
                  <a:pt x="9882979" y="7887797"/>
                </a:lnTo>
                <a:lnTo>
                  <a:pt x="9893295" y="7842505"/>
                </a:lnTo>
                <a:lnTo>
                  <a:pt x="9904539" y="7797313"/>
                </a:lnTo>
                <a:lnTo>
                  <a:pt x="9916716" y="7752233"/>
                </a:lnTo>
                <a:lnTo>
                  <a:pt x="9929829" y="7707280"/>
                </a:lnTo>
                <a:lnTo>
                  <a:pt x="9943882" y="7662466"/>
                </a:lnTo>
                <a:lnTo>
                  <a:pt x="9958879" y="7617802"/>
                </a:lnTo>
                <a:lnTo>
                  <a:pt x="9974823" y="7573303"/>
                </a:lnTo>
                <a:lnTo>
                  <a:pt x="9991719" y="7528982"/>
                </a:lnTo>
                <a:lnTo>
                  <a:pt x="10009570" y="7484850"/>
                </a:lnTo>
                <a:lnTo>
                  <a:pt x="10028381" y="7440921"/>
                </a:lnTo>
                <a:lnTo>
                  <a:pt x="10048154" y="7397207"/>
                </a:lnTo>
                <a:lnTo>
                  <a:pt x="10068894" y="7353722"/>
                </a:lnTo>
                <a:lnTo>
                  <a:pt x="10090605" y="7310478"/>
                </a:lnTo>
                <a:lnTo>
                  <a:pt x="10113290" y="7267488"/>
                </a:lnTo>
                <a:close/>
                <a:moveTo>
                  <a:pt x="0" y="0"/>
                </a:moveTo>
                <a:lnTo>
                  <a:pt x="1272056" y="0"/>
                </a:lnTo>
                <a:lnTo>
                  <a:pt x="3423569" y="1078"/>
                </a:lnTo>
                <a:lnTo>
                  <a:pt x="3424575" y="0"/>
                </a:lnTo>
                <a:lnTo>
                  <a:pt x="13059178" y="0"/>
                </a:lnTo>
                <a:lnTo>
                  <a:pt x="13053378" y="6213"/>
                </a:lnTo>
                <a:lnTo>
                  <a:pt x="9157377" y="7210945"/>
                </a:lnTo>
                <a:lnTo>
                  <a:pt x="9134932" y="7253621"/>
                </a:lnTo>
                <a:lnTo>
                  <a:pt x="9113592" y="7296582"/>
                </a:lnTo>
                <a:lnTo>
                  <a:pt x="9093352" y="7339814"/>
                </a:lnTo>
                <a:lnTo>
                  <a:pt x="9074206" y="7383298"/>
                </a:lnTo>
                <a:lnTo>
                  <a:pt x="9056149" y="7427018"/>
                </a:lnTo>
                <a:lnTo>
                  <a:pt x="9039178" y="7470959"/>
                </a:lnTo>
                <a:lnTo>
                  <a:pt x="9023286" y="7515102"/>
                </a:lnTo>
                <a:lnTo>
                  <a:pt x="9008469" y="7559432"/>
                </a:lnTo>
                <a:lnTo>
                  <a:pt x="8994722" y="7603931"/>
                </a:lnTo>
                <a:lnTo>
                  <a:pt x="8982040" y="7648584"/>
                </a:lnTo>
                <a:lnTo>
                  <a:pt x="8970418" y="7693373"/>
                </a:lnTo>
                <a:lnTo>
                  <a:pt x="8959851" y="7738283"/>
                </a:lnTo>
                <a:lnTo>
                  <a:pt x="8950334" y="7783296"/>
                </a:lnTo>
                <a:lnTo>
                  <a:pt x="8941862" y="7828395"/>
                </a:lnTo>
                <a:lnTo>
                  <a:pt x="8934430" y="7873565"/>
                </a:lnTo>
                <a:lnTo>
                  <a:pt x="8928034" y="7918788"/>
                </a:lnTo>
                <a:lnTo>
                  <a:pt x="8922667" y="7964048"/>
                </a:lnTo>
                <a:lnTo>
                  <a:pt x="8918326" y="8009328"/>
                </a:lnTo>
                <a:lnTo>
                  <a:pt x="8915006" y="8054612"/>
                </a:lnTo>
                <a:lnTo>
                  <a:pt x="8912701" y="8099883"/>
                </a:lnTo>
                <a:lnTo>
                  <a:pt x="8911406" y="8145125"/>
                </a:lnTo>
                <a:lnTo>
                  <a:pt x="8911117" y="8190320"/>
                </a:lnTo>
                <a:lnTo>
                  <a:pt x="8911828" y="8235452"/>
                </a:lnTo>
                <a:lnTo>
                  <a:pt x="8913535" y="8280505"/>
                </a:lnTo>
                <a:lnTo>
                  <a:pt x="8916232" y="8325462"/>
                </a:lnTo>
                <a:lnTo>
                  <a:pt x="8919915" y="8370306"/>
                </a:lnTo>
                <a:lnTo>
                  <a:pt x="8924579" y="8415021"/>
                </a:lnTo>
                <a:lnTo>
                  <a:pt x="8930219" y="8459590"/>
                </a:lnTo>
                <a:lnTo>
                  <a:pt x="8936830" y="8503997"/>
                </a:lnTo>
                <a:lnTo>
                  <a:pt x="8944406" y="8548224"/>
                </a:lnTo>
                <a:lnTo>
                  <a:pt x="8952944" y="8592256"/>
                </a:lnTo>
                <a:lnTo>
                  <a:pt x="8962437" y="8636075"/>
                </a:lnTo>
                <a:lnTo>
                  <a:pt x="8972882" y="8679665"/>
                </a:lnTo>
                <a:lnTo>
                  <a:pt x="8984273" y="8723009"/>
                </a:lnTo>
                <a:lnTo>
                  <a:pt x="8996604" y="8766092"/>
                </a:lnTo>
                <a:lnTo>
                  <a:pt x="9009872" y="8808895"/>
                </a:lnTo>
                <a:lnTo>
                  <a:pt x="9024071" y="8851403"/>
                </a:lnTo>
                <a:lnTo>
                  <a:pt x="9039197" y="8893599"/>
                </a:lnTo>
                <a:lnTo>
                  <a:pt x="9055244" y="8935466"/>
                </a:lnTo>
                <a:lnTo>
                  <a:pt x="9072207" y="8976987"/>
                </a:lnTo>
                <a:lnTo>
                  <a:pt x="9090081" y="9018147"/>
                </a:lnTo>
                <a:lnTo>
                  <a:pt x="9108862" y="9058928"/>
                </a:lnTo>
                <a:lnTo>
                  <a:pt x="9128545" y="9099314"/>
                </a:lnTo>
                <a:lnTo>
                  <a:pt x="9149124" y="9139289"/>
                </a:lnTo>
                <a:lnTo>
                  <a:pt x="9170595" y="9178834"/>
                </a:lnTo>
                <a:lnTo>
                  <a:pt x="9192952" y="9217935"/>
                </a:lnTo>
                <a:lnTo>
                  <a:pt x="9216192" y="9256574"/>
                </a:lnTo>
                <a:lnTo>
                  <a:pt x="9240308" y="9294735"/>
                </a:lnTo>
                <a:lnTo>
                  <a:pt x="9265295" y="9332400"/>
                </a:lnTo>
                <a:lnTo>
                  <a:pt x="9291150" y="9369555"/>
                </a:lnTo>
                <a:lnTo>
                  <a:pt x="9317867" y="9406181"/>
                </a:lnTo>
                <a:lnTo>
                  <a:pt x="9345440" y="9442262"/>
                </a:lnTo>
                <a:lnTo>
                  <a:pt x="9373866" y="9477782"/>
                </a:lnTo>
                <a:lnTo>
                  <a:pt x="9403138" y="9512724"/>
                </a:lnTo>
                <a:lnTo>
                  <a:pt x="9433253" y="9547071"/>
                </a:lnTo>
                <a:lnTo>
                  <a:pt x="9464205" y="9580807"/>
                </a:lnTo>
                <a:lnTo>
                  <a:pt x="9495989" y="9613916"/>
                </a:lnTo>
                <a:lnTo>
                  <a:pt x="9528600" y="9646379"/>
                </a:lnTo>
                <a:lnTo>
                  <a:pt x="9562034" y="9678182"/>
                </a:lnTo>
                <a:lnTo>
                  <a:pt x="9596285" y="9709307"/>
                </a:lnTo>
                <a:lnTo>
                  <a:pt x="9631349" y="9739738"/>
                </a:lnTo>
                <a:lnTo>
                  <a:pt x="9667219" y="9769457"/>
                </a:lnTo>
                <a:lnTo>
                  <a:pt x="9703893" y="9798449"/>
                </a:lnTo>
                <a:lnTo>
                  <a:pt x="9741364" y="9826697"/>
                </a:lnTo>
                <a:lnTo>
                  <a:pt x="9779627" y="9854184"/>
                </a:lnTo>
                <a:lnTo>
                  <a:pt x="9818678" y="9880894"/>
                </a:lnTo>
                <a:lnTo>
                  <a:pt x="9858512" y="9906809"/>
                </a:lnTo>
                <a:lnTo>
                  <a:pt x="9899124" y="9931914"/>
                </a:lnTo>
                <a:lnTo>
                  <a:pt x="9940508" y="9956192"/>
                </a:lnTo>
                <a:lnTo>
                  <a:pt x="9982661" y="9979625"/>
                </a:lnTo>
                <a:lnTo>
                  <a:pt x="12440168" y="11308559"/>
                </a:lnTo>
                <a:lnTo>
                  <a:pt x="12526652" y="11308559"/>
                </a:lnTo>
                <a:lnTo>
                  <a:pt x="12553777" y="11308559"/>
                </a:lnTo>
                <a:lnTo>
                  <a:pt x="12560093" y="11308559"/>
                </a:lnTo>
                <a:lnTo>
                  <a:pt x="12579335" y="11320099"/>
                </a:lnTo>
                <a:lnTo>
                  <a:pt x="7508" y="113341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5" name="Google Shape;155;p11"/>
          <p:cNvSpPr txBox="1">
            <a:spLocks noGrp="1"/>
          </p:cNvSpPr>
          <p:nvPr>
            <p:ph type="body" idx="1"/>
          </p:nvPr>
        </p:nvSpPr>
        <p:spPr>
          <a:xfrm>
            <a:off x="1081088" y="919629"/>
            <a:ext cx="8329612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9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2"/>
          </p:nvPr>
        </p:nvSpPr>
        <p:spPr>
          <a:xfrm>
            <a:off x="1081088" y="3535363"/>
            <a:ext cx="8329612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None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6830208" y="5720832"/>
            <a:ext cx="5139690" cy="5139690"/>
          </a:xfrm>
          <a:custGeom>
            <a:avLst/>
            <a:gdLst/>
            <a:ahLst/>
            <a:cxnLst/>
            <a:rect l="l" t="t" r="r" b="b"/>
            <a:pathLst>
              <a:path w="5139690" h="5139690" extrusionOk="0">
                <a:moveTo>
                  <a:pt x="2569680" y="0"/>
                </a:moveTo>
                <a:lnTo>
                  <a:pt x="2521404" y="444"/>
                </a:lnTo>
                <a:lnTo>
                  <a:pt x="2473343" y="1772"/>
                </a:lnTo>
                <a:lnTo>
                  <a:pt x="2425507" y="3976"/>
                </a:lnTo>
                <a:lnTo>
                  <a:pt x="2377901" y="7048"/>
                </a:lnTo>
                <a:lnTo>
                  <a:pt x="2330535" y="10980"/>
                </a:lnTo>
                <a:lnTo>
                  <a:pt x="2283416" y="15765"/>
                </a:lnTo>
                <a:lnTo>
                  <a:pt x="2236552" y="21395"/>
                </a:lnTo>
                <a:lnTo>
                  <a:pt x="2189950" y="27862"/>
                </a:lnTo>
                <a:lnTo>
                  <a:pt x="2143619" y="35158"/>
                </a:lnTo>
                <a:lnTo>
                  <a:pt x="2097565" y="43275"/>
                </a:lnTo>
                <a:lnTo>
                  <a:pt x="2051798" y="52206"/>
                </a:lnTo>
                <a:lnTo>
                  <a:pt x="2006324" y="61944"/>
                </a:lnTo>
                <a:lnTo>
                  <a:pt x="1961152" y="72479"/>
                </a:lnTo>
                <a:lnTo>
                  <a:pt x="1916288" y="83805"/>
                </a:lnTo>
                <a:lnTo>
                  <a:pt x="1871742" y="95914"/>
                </a:lnTo>
                <a:lnTo>
                  <a:pt x="1827520" y="108798"/>
                </a:lnTo>
                <a:lnTo>
                  <a:pt x="1783631" y="122448"/>
                </a:lnTo>
                <a:lnTo>
                  <a:pt x="1740081" y="136859"/>
                </a:lnTo>
                <a:lnTo>
                  <a:pt x="1696880" y="152020"/>
                </a:lnTo>
                <a:lnTo>
                  <a:pt x="1654035" y="167926"/>
                </a:lnTo>
                <a:lnTo>
                  <a:pt x="1611552" y="184568"/>
                </a:lnTo>
                <a:lnTo>
                  <a:pt x="1569442" y="201938"/>
                </a:lnTo>
                <a:lnTo>
                  <a:pt x="1527710" y="220029"/>
                </a:lnTo>
                <a:lnTo>
                  <a:pt x="1486365" y="238833"/>
                </a:lnTo>
                <a:lnTo>
                  <a:pt x="1445414" y="258341"/>
                </a:lnTo>
                <a:lnTo>
                  <a:pt x="1404866" y="278547"/>
                </a:lnTo>
                <a:lnTo>
                  <a:pt x="1364728" y="299443"/>
                </a:lnTo>
                <a:lnTo>
                  <a:pt x="1325007" y="321020"/>
                </a:lnTo>
                <a:lnTo>
                  <a:pt x="1285712" y="343271"/>
                </a:lnTo>
                <a:lnTo>
                  <a:pt x="1246851" y="366189"/>
                </a:lnTo>
                <a:lnTo>
                  <a:pt x="1208431" y="389765"/>
                </a:lnTo>
                <a:lnTo>
                  <a:pt x="1170459" y="413992"/>
                </a:lnTo>
                <a:lnTo>
                  <a:pt x="1132944" y="438861"/>
                </a:lnTo>
                <a:lnTo>
                  <a:pt x="1095894" y="464366"/>
                </a:lnTo>
                <a:lnTo>
                  <a:pt x="1059315" y="490499"/>
                </a:lnTo>
                <a:lnTo>
                  <a:pt x="1023217" y="517251"/>
                </a:lnTo>
                <a:lnTo>
                  <a:pt x="987606" y="544615"/>
                </a:lnTo>
                <a:lnTo>
                  <a:pt x="952491" y="572583"/>
                </a:lnTo>
                <a:lnTo>
                  <a:pt x="917879" y="601147"/>
                </a:lnTo>
                <a:lnTo>
                  <a:pt x="883778" y="630300"/>
                </a:lnTo>
                <a:lnTo>
                  <a:pt x="850196" y="660034"/>
                </a:lnTo>
                <a:lnTo>
                  <a:pt x="817140" y="690341"/>
                </a:lnTo>
                <a:lnTo>
                  <a:pt x="784618" y="721213"/>
                </a:lnTo>
                <a:lnTo>
                  <a:pt x="752639" y="752643"/>
                </a:lnTo>
                <a:lnTo>
                  <a:pt x="721209" y="784622"/>
                </a:lnTo>
                <a:lnTo>
                  <a:pt x="690337" y="817144"/>
                </a:lnTo>
                <a:lnTo>
                  <a:pt x="660030" y="850200"/>
                </a:lnTo>
                <a:lnTo>
                  <a:pt x="630296" y="883782"/>
                </a:lnTo>
                <a:lnTo>
                  <a:pt x="601144" y="917883"/>
                </a:lnTo>
                <a:lnTo>
                  <a:pt x="572579" y="952495"/>
                </a:lnTo>
                <a:lnTo>
                  <a:pt x="544611" y="987611"/>
                </a:lnTo>
                <a:lnTo>
                  <a:pt x="517248" y="1023222"/>
                </a:lnTo>
                <a:lnTo>
                  <a:pt x="490496" y="1059320"/>
                </a:lnTo>
                <a:lnTo>
                  <a:pt x="464364" y="1095898"/>
                </a:lnTo>
                <a:lnTo>
                  <a:pt x="438859" y="1132949"/>
                </a:lnTo>
                <a:lnTo>
                  <a:pt x="413989" y="1170464"/>
                </a:lnTo>
                <a:lnTo>
                  <a:pt x="389763" y="1208435"/>
                </a:lnTo>
                <a:lnTo>
                  <a:pt x="366187" y="1246856"/>
                </a:lnTo>
                <a:lnTo>
                  <a:pt x="343269" y="1285717"/>
                </a:lnTo>
                <a:lnTo>
                  <a:pt x="321018" y="1325012"/>
                </a:lnTo>
                <a:lnTo>
                  <a:pt x="299441" y="1364732"/>
                </a:lnTo>
                <a:lnTo>
                  <a:pt x="278545" y="1404870"/>
                </a:lnTo>
                <a:lnTo>
                  <a:pt x="258340" y="1445419"/>
                </a:lnTo>
                <a:lnTo>
                  <a:pt x="238831" y="1486369"/>
                </a:lnTo>
                <a:lnTo>
                  <a:pt x="220027" y="1527714"/>
                </a:lnTo>
                <a:lnTo>
                  <a:pt x="201937" y="1569446"/>
                </a:lnTo>
                <a:lnTo>
                  <a:pt x="184567" y="1611557"/>
                </a:lnTo>
                <a:lnTo>
                  <a:pt x="167925" y="1654039"/>
                </a:lnTo>
                <a:lnTo>
                  <a:pt x="152019" y="1696884"/>
                </a:lnTo>
                <a:lnTo>
                  <a:pt x="136858" y="1740085"/>
                </a:lnTo>
                <a:lnTo>
                  <a:pt x="122447" y="1783635"/>
                </a:lnTo>
                <a:lnTo>
                  <a:pt x="108797" y="1827524"/>
                </a:lnTo>
                <a:lnTo>
                  <a:pt x="95913" y="1871745"/>
                </a:lnTo>
                <a:lnTo>
                  <a:pt x="83805" y="1916292"/>
                </a:lnTo>
                <a:lnTo>
                  <a:pt x="72479" y="1961155"/>
                </a:lnTo>
                <a:lnTo>
                  <a:pt x="61943" y="2006327"/>
                </a:lnTo>
                <a:lnTo>
                  <a:pt x="52206" y="2051801"/>
                </a:lnTo>
                <a:lnTo>
                  <a:pt x="43275" y="2097568"/>
                </a:lnTo>
                <a:lnTo>
                  <a:pt x="35157" y="2143621"/>
                </a:lnTo>
                <a:lnTo>
                  <a:pt x="27861" y="2189953"/>
                </a:lnTo>
                <a:lnTo>
                  <a:pt x="21395" y="2236554"/>
                </a:lnTo>
                <a:lnTo>
                  <a:pt x="15765" y="2283418"/>
                </a:lnTo>
                <a:lnTo>
                  <a:pt x="10980" y="2330537"/>
                </a:lnTo>
                <a:lnTo>
                  <a:pt x="7048" y="2377903"/>
                </a:lnTo>
                <a:lnTo>
                  <a:pt x="3976" y="2425508"/>
                </a:lnTo>
                <a:lnTo>
                  <a:pt x="1772" y="2473344"/>
                </a:lnTo>
                <a:lnTo>
                  <a:pt x="444" y="2521404"/>
                </a:lnTo>
                <a:lnTo>
                  <a:pt x="0" y="2569680"/>
                </a:lnTo>
                <a:lnTo>
                  <a:pt x="444" y="2617957"/>
                </a:lnTo>
                <a:lnTo>
                  <a:pt x="1772" y="2666017"/>
                </a:lnTo>
                <a:lnTo>
                  <a:pt x="3976" y="2713853"/>
                </a:lnTo>
                <a:lnTo>
                  <a:pt x="7048" y="2761458"/>
                </a:lnTo>
                <a:lnTo>
                  <a:pt x="10980" y="2808824"/>
                </a:lnTo>
                <a:lnTo>
                  <a:pt x="15765" y="2855943"/>
                </a:lnTo>
                <a:lnTo>
                  <a:pt x="21395" y="2902807"/>
                </a:lnTo>
                <a:lnTo>
                  <a:pt x="27861" y="2949408"/>
                </a:lnTo>
                <a:lnTo>
                  <a:pt x="35157" y="2995739"/>
                </a:lnTo>
                <a:lnTo>
                  <a:pt x="43275" y="3041793"/>
                </a:lnTo>
                <a:lnTo>
                  <a:pt x="52206" y="3087560"/>
                </a:lnTo>
                <a:lnTo>
                  <a:pt x="61943" y="3133034"/>
                </a:lnTo>
                <a:lnTo>
                  <a:pt x="72479" y="3178206"/>
                </a:lnTo>
                <a:lnTo>
                  <a:pt x="83805" y="3223069"/>
                </a:lnTo>
                <a:lnTo>
                  <a:pt x="95913" y="3267615"/>
                </a:lnTo>
                <a:lnTo>
                  <a:pt x="108797" y="3311837"/>
                </a:lnTo>
                <a:lnTo>
                  <a:pt x="122447" y="3355726"/>
                </a:lnTo>
                <a:lnTo>
                  <a:pt x="136858" y="3399275"/>
                </a:lnTo>
                <a:lnTo>
                  <a:pt x="152019" y="3442477"/>
                </a:lnTo>
                <a:lnTo>
                  <a:pt x="167925" y="3485322"/>
                </a:lnTo>
                <a:lnTo>
                  <a:pt x="184567" y="3527804"/>
                </a:lnTo>
                <a:lnTo>
                  <a:pt x="201937" y="3569915"/>
                </a:lnTo>
                <a:lnTo>
                  <a:pt x="220027" y="3611647"/>
                </a:lnTo>
                <a:lnTo>
                  <a:pt x="238831" y="3652992"/>
                </a:lnTo>
                <a:lnTo>
                  <a:pt x="258340" y="3693942"/>
                </a:lnTo>
                <a:lnTo>
                  <a:pt x="278545" y="3734490"/>
                </a:lnTo>
                <a:lnTo>
                  <a:pt x="299441" y="3774629"/>
                </a:lnTo>
                <a:lnTo>
                  <a:pt x="321018" y="3814349"/>
                </a:lnTo>
                <a:lnTo>
                  <a:pt x="343269" y="3853644"/>
                </a:lnTo>
                <a:lnTo>
                  <a:pt x="366187" y="3892505"/>
                </a:lnTo>
                <a:lnTo>
                  <a:pt x="389763" y="3930926"/>
                </a:lnTo>
                <a:lnTo>
                  <a:pt x="413989" y="3968897"/>
                </a:lnTo>
                <a:lnTo>
                  <a:pt x="438859" y="4006412"/>
                </a:lnTo>
                <a:lnTo>
                  <a:pt x="464364" y="4043463"/>
                </a:lnTo>
                <a:lnTo>
                  <a:pt x="490496" y="4080041"/>
                </a:lnTo>
                <a:lnTo>
                  <a:pt x="517248" y="4116139"/>
                </a:lnTo>
                <a:lnTo>
                  <a:pt x="544611" y="4151750"/>
                </a:lnTo>
                <a:lnTo>
                  <a:pt x="572579" y="4186865"/>
                </a:lnTo>
                <a:lnTo>
                  <a:pt x="601144" y="4221477"/>
                </a:lnTo>
                <a:lnTo>
                  <a:pt x="630296" y="4255579"/>
                </a:lnTo>
                <a:lnTo>
                  <a:pt x="660030" y="4289161"/>
                </a:lnTo>
                <a:lnTo>
                  <a:pt x="690337" y="4322217"/>
                </a:lnTo>
                <a:lnTo>
                  <a:pt x="721209" y="4354738"/>
                </a:lnTo>
                <a:lnTo>
                  <a:pt x="752639" y="4386718"/>
                </a:lnTo>
                <a:lnTo>
                  <a:pt x="784618" y="4418148"/>
                </a:lnTo>
                <a:lnTo>
                  <a:pt x="817140" y="4449020"/>
                </a:lnTo>
                <a:lnTo>
                  <a:pt x="850196" y="4479327"/>
                </a:lnTo>
                <a:lnTo>
                  <a:pt x="883778" y="4509061"/>
                </a:lnTo>
                <a:lnTo>
                  <a:pt x="917879" y="4538214"/>
                </a:lnTo>
                <a:lnTo>
                  <a:pt x="952491" y="4566778"/>
                </a:lnTo>
                <a:lnTo>
                  <a:pt x="987606" y="4594746"/>
                </a:lnTo>
                <a:lnTo>
                  <a:pt x="1023217" y="4622110"/>
                </a:lnTo>
                <a:lnTo>
                  <a:pt x="1059315" y="4648862"/>
                </a:lnTo>
                <a:lnTo>
                  <a:pt x="1095894" y="4674994"/>
                </a:lnTo>
                <a:lnTo>
                  <a:pt x="1132944" y="4700499"/>
                </a:lnTo>
                <a:lnTo>
                  <a:pt x="1170459" y="4725369"/>
                </a:lnTo>
                <a:lnTo>
                  <a:pt x="1208431" y="4749596"/>
                </a:lnTo>
                <a:lnTo>
                  <a:pt x="1246851" y="4773172"/>
                </a:lnTo>
                <a:lnTo>
                  <a:pt x="1285712" y="4796089"/>
                </a:lnTo>
                <a:lnTo>
                  <a:pt x="1325007" y="4818341"/>
                </a:lnTo>
                <a:lnTo>
                  <a:pt x="1364728" y="4839918"/>
                </a:lnTo>
                <a:lnTo>
                  <a:pt x="1404866" y="4860814"/>
                </a:lnTo>
                <a:lnTo>
                  <a:pt x="1445414" y="4881020"/>
                </a:lnTo>
                <a:lnTo>
                  <a:pt x="1486365" y="4900528"/>
                </a:lnTo>
                <a:lnTo>
                  <a:pt x="1527710" y="4919332"/>
                </a:lnTo>
                <a:lnTo>
                  <a:pt x="1569442" y="4937423"/>
                </a:lnTo>
                <a:lnTo>
                  <a:pt x="1611552" y="4954793"/>
                </a:lnTo>
                <a:lnTo>
                  <a:pt x="1654035" y="4971435"/>
                </a:lnTo>
                <a:lnTo>
                  <a:pt x="1696880" y="4987340"/>
                </a:lnTo>
                <a:lnTo>
                  <a:pt x="1740081" y="5002502"/>
                </a:lnTo>
                <a:lnTo>
                  <a:pt x="1783631" y="5016912"/>
                </a:lnTo>
                <a:lnTo>
                  <a:pt x="1827520" y="5030563"/>
                </a:lnTo>
                <a:lnTo>
                  <a:pt x="1871742" y="5043447"/>
                </a:lnTo>
                <a:lnTo>
                  <a:pt x="1916288" y="5055556"/>
                </a:lnTo>
                <a:lnTo>
                  <a:pt x="1961152" y="5066882"/>
                </a:lnTo>
                <a:lnTo>
                  <a:pt x="2006324" y="5077417"/>
                </a:lnTo>
                <a:lnTo>
                  <a:pt x="2051798" y="5087154"/>
                </a:lnTo>
                <a:lnTo>
                  <a:pt x="2097565" y="5096086"/>
                </a:lnTo>
                <a:lnTo>
                  <a:pt x="2143619" y="5104203"/>
                </a:lnTo>
                <a:lnTo>
                  <a:pt x="2189950" y="5111499"/>
                </a:lnTo>
                <a:lnTo>
                  <a:pt x="2236552" y="5117966"/>
                </a:lnTo>
                <a:lnTo>
                  <a:pt x="2283416" y="5123596"/>
                </a:lnTo>
                <a:lnTo>
                  <a:pt x="2330535" y="5128381"/>
                </a:lnTo>
                <a:lnTo>
                  <a:pt x="2377901" y="5132313"/>
                </a:lnTo>
                <a:lnTo>
                  <a:pt x="2425507" y="5135385"/>
                </a:lnTo>
                <a:lnTo>
                  <a:pt x="2473343" y="5137589"/>
                </a:lnTo>
                <a:lnTo>
                  <a:pt x="2521404" y="5138917"/>
                </a:lnTo>
                <a:lnTo>
                  <a:pt x="2569680" y="5139361"/>
                </a:lnTo>
                <a:lnTo>
                  <a:pt x="2617957" y="5138917"/>
                </a:lnTo>
                <a:lnTo>
                  <a:pt x="2666017" y="5137589"/>
                </a:lnTo>
                <a:lnTo>
                  <a:pt x="2713853" y="5135385"/>
                </a:lnTo>
                <a:lnTo>
                  <a:pt x="2761458" y="5132313"/>
                </a:lnTo>
                <a:lnTo>
                  <a:pt x="2808824" y="5128381"/>
                </a:lnTo>
                <a:lnTo>
                  <a:pt x="2855943" y="5123596"/>
                </a:lnTo>
                <a:lnTo>
                  <a:pt x="2902807" y="5117966"/>
                </a:lnTo>
                <a:lnTo>
                  <a:pt x="2949408" y="5111499"/>
                </a:lnTo>
                <a:lnTo>
                  <a:pt x="2995739" y="5104203"/>
                </a:lnTo>
                <a:lnTo>
                  <a:pt x="3041793" y="5096086"/>
                </a:lnTo>
                <a:lnTo>
                  <a:pt x="3087560" y="5087154"/>
                </a:lnTo>
                <a:lnTo>
                  <a:pt x="3133034" y="5077417"/>
                </a:lnTo>
                <a:lnTo>
                  <a:pt x="3178206" y="5066882"/>
                </a:lnTo>
                <a:lnTo>
                  <a:pt x="3223069" y="5055556"/>
                </a:lnTo>
                <a:lnTo>
                  <a:pt x="3267615" y="5043447"/>
                </a:lnTo>
                <a:lnTo>
                  <a:pt x="3311837" y="5030563"/>
                </a:lnTo>
                <a:lnTo>
                  <a:pt x="3355726" y="5016912"/>
                </a:lnTo>
                <a:lnTo>
                  <a:pt x="3399275" y="5002502"/>
                </a:lnTo>
                <a:lnTo>
                  <a:pt x="3442477" y="4987340"/>
                </a:lnTo>
                <a:lnTo>
                  <a:pt x="3485322" y="4971435"/>
                </a:lnTo>
                <a:lnTo>
                  <a:pt x="3527804" y="4954793"/>
                </a:lnTo>
                <a:lnTo>
                  <a:pt x="3569915" y="4937423"/>
                </a:lnTo>
                <a:lnTo>
                  <a:pt x="3611647" y="4919332"/>
                </a:lnTo>
                <a:lnTo>
                  <a:pt x="3652992" y="4900528"/>
                </a:lnTo>
                <a:lnTo>
                  <a:pt x="3693942" y="4881020"/>
                </a:lnTo>
                <a:lnTo>
                  <a:pt x="3734490" y="4860814"/>
                </a:lnTo>
                <a:lnTo>
                  <a:pt x="3774629" y="4839918"/>
                </a:lnTo>
                <a:lnTo>
                  <a:pt x="3814349" y="4818341"/>
                </a:lnTo>
                <a:lnTo>
                  <a:pt x="3853644" y="4796089"/>
                </a:lnTo>
                <a:lnTo>
                  <a:pt x="3892505" y="4773172"/>
                </a:lnTo>
                <a:lnTo>
                  <a:pt x="3930926" y="4749596"/>
                </a:lnTo>
                <a:lnTo>
                  <a:pt x="3968897" y="4725369"/>
                </a:lnTo>
                <a:lnTo>
                  <a:pt x="4006412" y="4700499"/>
                </a:lnTo>
                <a:lnTo>
                  <a:pt x="4043463" y="4674994"/>
                </a:lnTo>
                <a:lnTo>
                  <a:pt x="4080041" y="4648862"/>
                </a:lnTo>
                <a:lnTo>
                  <a:pt x="4116139" y="4622110"/>
                </a:lnTo>
                <a:lnTo>
                  <a:pt x="4151750" y="4594746"/>
                </a:lnTo>
                <a:lnTo>
                  <a:pt x="4186865" y="4566778"/>
                </a:lnTo>
                <a:lnTo>
                  <a:pt x="4221477" y="4538214"/>
                </a:lnTo>
                <a:lnTo>
                  <a:pt x="4255579" y="4509061"/>
                </a:lnTo>
                <a:lnTo>
                  <a:pt x="4289161" y="4479327"/>
                </a:lnTo>
                <a:lnTo>
                  <a:pt x="4322217" y="4449020"/>
                </a:lnTo>
                <a:lnTo>
                  <a:pt x="4354738" y="4418148"/>
                </a:lnTo>
                <a:lnTo>
                  <a:pt x="4386718" y="4386718"/>
                </a:lnTo>
                <a:lnTo>
                  <a:pt x="4418148" y="4354738"/>
                </a:lnTo>
                <a:lnTo>
                  <a:pt x="4449020" y="4322217"/>
                </a:lnTo>
                <a:lnTo>
                  <a:pt x="4479327" y="4289161"/>
                </a:lnTo>
                <a:lnTo>
                  <a:pt x="4509061" y="4255579"/>
                </a:lnTo>
                <a:lnTo>
                  <a:pt x="4538214" y="4221477"/>
                </a:lnTo>
                <a:lnTo>
                  <a:pt x="4566778" y="4186865"/>
                </a:lnTo>
                <a:lnTo>
                  <a:pt x="4594746" y="4151750"/>
                </a:lnTo>
                <a:lnTo>
                  <a:pt x="4622110" y="4116139"/>
                </a:lnTo>
                <a:lnTo>
                  <a:pt x="4648862" y="4080041"/>
                </a:lnTo>
                <a:lnTo>
                  <a:pt x="4674994" y="4043463"/>
                </a:lnTo>
                <a:lnTo>
                  <a:pt x="4700499" y="4006412"/>
                </a:lnTo>
                <a:lnTo>
                  <a:pt x="4725369" y="3968897"/>
                </a:lnTo>
                <a:lnTo>
                  <a:pt x="4749596" y="3930926"/>
                </a:lnTo>
                <a:lnTo>
                  <a:pt x="4773172" y="3892505"/>
                </a:lnTo>
                <a:lnTo>
                  <a:pt x="4796089" y="3853644"/>
                </a:lnTo>
                <a:lnTo>
                  <a:pt x="4818341" y="3814349"/>
                </a:lnTo>
                <a:lnTo>
                  <a:pt x="4839918" y="3774629"/>
                </a:lnTo>
                <a:lnTo>
                  <a:pt x="4860814" y="3734490"/>
                </a:lnTo>
                <a:lnTo>
                  <a:pt x="4881020" y="3693942"/>
                </a:lnTo>
                <a:lnTo>
                  <a:pt x="4900528" y="3652992"/>
                </a:lnTo>
                <a:lnTo>
                  <a:pt x="4919332" y="3611647"/>
                </a:lnTo>
                <a:lnTo>
                  <a:pt x="4937423" y="3569915"/>
                </a:lnTo>
                <a:lnTo>
                  <a:pt x="4954793" y="3527804"/>
                </a:lnTo>
                <a:lnTo>
                  <a:pt x="4971435" y="3485322"/>
                </a:lnTo>
                <a:lnTo>
                  <a:pt x="4987340" y="3442477"/>
                </a:lnTo>
                <a:lnTo>
                  <a:pt x="5002502" y="3399275"/>
                </a:lnTo>
                <a:lnTo>
                  <a:pt x="5016912" y="3355726"/>
                </a:lnTo>
                <a:lnTo>
                  <a:pt x="5030563" y="3311837"/>
                </a:lnTo>
                <a:lnTo>
                  <a:pt x="5043447" y="3267615"/>
                </a:lnTo>
                <a:lnTo>
                  <a:pt x="5055556" y="3223069"/>
                </a:lnTo>
                <a:lnTo>
                  <a:pt x="5066882" y="3178206"/>
                </a:lnTo>
                <a:lnTo>
                  <a:pt x="5077417" y="3133034"/>
                </a:lnTo>
                <a:lnTo>
                  <a:pt x="5087154" y="3087560"/>
                </a:lnTo>
                <a:lnTo>
                  <a:pt x="5096086" y="3041793"/>
                </a:lnTo>
                <a:lnTo>
                  <a:pt x="5104203" y="2995739"/>
                </a:lnTo>
                <a:lnTo>
                  <a:pt x="5111499" y="2949408"/>
                </a:lnTo>
                <a:lnTo>
                  <a:pt x="5117966" y="2902807"/>
                </a:lnTo>
                <a:lnTo>
                  <a:pt x="5123596" y="2855943"/>
                </a:lnTo>
                <a:lnTo>
                  <a:pt x="5128381" y="2808824"/>
                </a:lnTo>
                <a:lnTo>
                  <a:pt x="5132313" y="2761458"/>
                </a:lnTo>
                <a:lnTo>
                  <a:pt x="5135385" y="2713853"/>
                </a:lnTo>
                <a:lnTo>
                  <a:pt x="5137589" y="2666017"/>
                </a:lnTo>
                <a:lnTo>
                  <a:pt x="5138917" y="2617957"/>
                </a:lnTo>
                <a:lnTo>
                  <a:pt x="5139361" y="2569680"/>
                </a:lnTo>
                <a:lnTo>
                  <a:pt x="5138917" y="2521404"/>
                </a:lnTo>
                <a:lnTo>
                  <a:pt x="5137589" y="2473344"/>
                </a:lnTo>
                <a:lnTo>
                  <a:pt x="5135385" y="2425508"/>
                </a:lnTo>
                <a:lnTo>
                  <a:pt x="5132313" y="2377903"/>
                </a:lnTo>
                <a:lnTo>
                  <a:pt x="5128381" y="2330537"/>
                </a:lnTo>
                <a:lnTo>
                  <a:pt x="5123596" y="2283418"/>
                </a:lnTo>
                <a:lnTo>
                  <a:pt x="5117966" y="2236554"/>
                </a:lnTo>
                <a:lnTo>
                  <a:pt x="5111499" y="2189953"/>
                </a:lnTo>
                <a:lnTo>
                  <a:pt x="5104203" y="2143621"/>
                </a:lnTo>
                <a:lnTo>
                  <a:pt x="5096086" y="2097568"/>
                </a:lnTo>
                <a:lnTo>
                  <a:pt x="5087154" y="2051801"/>
                </a:lnTo>
                <a:lnTo>
                  <a:pt x="5077417" y="2006327"/>
                </a:lnTo>
                <a:lnTo>
                  <a:pt x="5066882" y="1961155"/>
                </a:lnTo>
                <a:lnTo>
                  <a:pt x="5055556" y="1916292"/>
                </a:lnTo>
                <a:lnTo>
                  <a:pt x="5043447" y="1871745"/>
                </a:lnTo>
                <a:lnTo>
                  <a:pt x="5030563" y="1827524"/>
                </a:lnTo>
                <a:lnTo>
                  <a:pt x="5016912" y="1783635"/>
                </a:lnTo>
                <a:lnTo>
                  <a:pt x="5002502" y="1740085"/>
                </a:lnTo>
                <a:lnTo>
                  <a:pt x="4987340" y="1696884"/>
                </a:lnTo>
                <a:lnTo>
                  <a:pt x="4971435" y="1654039"/>
                </a:lnTo>
                <a:lnTo>
                  <a:pt x="4954793" y="1611557"/>
                </a:lnTo>
                <a:lnTo>
                  <a:pt x="4937423" y="1569446"/>
                </a:lnTo>
                <a:lnTo>
                  <a:pt x="4919332" y="1527714"/>
                </a:lnTo>
                <a:lnTo>
                  <a:pt x="4900528" y="1486369"/>
                </a:lnTo>
                <a:lnTo>
                  <a:pt x="4881020" y="1445419"/>
                </a:lnTo>
                <a:lnTo>
                  <a:pt x="4860814" y="1404870"/>
                </a:lnTo>
                <a:lnTo>
                  <a:pt x="4839918" y="1364732"/>
                </a:lnTo>
                <a:lnTo>
                  <a:pt x="4818341" y="1325012"/>
                </a:lnTo>
                <a:lnTo>
                  <a:pt x="4796089" y="1285717"/>
                </a:lnTo>
                <a:lnTo>
                  <a:pt x="4773172" y="1246856"/>
                </a:lnTo>
                <a:lnTo>
                  <a:pt x="4749596" y="1208435"/>
                </a:lnTo>
                <a:lnTo>
                  <a:pt x="4725369" y="1170464"/>
                </a:lnTo>
                <a:lnTo>
                  <a:pt x="4700499" y="1132949"/>
                </a:lnTo>
                <a:lnTo>
                  <a:pt x="4674994" y="1095898"/>
                </a:lnTo>
                <a:lnTo>
                  <a:pt x="4648862" y="1059320"/>
                </a:lnTo>
                <a:lnTo>
                  <a:pt x="4622110" y="1023222"/>
                </a:lnTo>
                <a:lnTo>
                  <a:pt x="4594746" y="987611"/>
                </a:lnTo>
                <a:lnTo>
                  <a:pt x="4566778" y="952495"/>
                </a:lnTo>
                <a:lnTo>
                  <a:pt x="4538214" y="917883"/>
                </a:lnTo>
                <a:lnTo>
                  <a:pt x="4509061" y="883782"/>
                </a:lnTo>
                <a:lnTo>
                  <a:pt x="4479327" y="850200"/>
                </a:lnTo>
                <a:lnTo>
                  <a:pt x="4449020" y="817144"/>
                </a:lnTo>
                <a:lnTo>
                  <a:pt x="4418148" y="784622"/>
                </a:lnTo>
                <a:lnTo>
                  <a:pt x="4386718" y="752643"/>
                </a:lnTo>
                <a:lnTo>
                  <a:pt x="4354738" y="721213"/>
                </a:lnTo>
                <a:lnTo>
                  <a:pt x="4322217" y="690341"/>
                </a:lnTo>
                <a:lnTo>
                  <a:pt x="4289161" y="660034"/>
                </a:lnTo>
                <a:lnTo>
                  <a:pt x="4255579" y="630300"/>
                </a:lnTo>
                <a:lnTo>
                  <a:pt x="4221477" y="601147"/>
                </a:lnTo>
                <a:lnTo>
                  <a:pt x="4186865" y="572583"/>
                </a:lnTo>
                <a:lnTo>
                  <a:pt x="4151750" y="544615"/>
                </a:lnTo>
                <a:lnTo>
                  <a:pt x="4116139" y="517251"/>
                </a:lnTo>
                <a:lnTo>
                  <a:pt x="4080041" y="490499"/>
                </a:lnTo>
                <a:lnTo>
                  <a:pt x="4043463" y="464366"/>
                </a:lnTo>
                <a:lnTo>
                  <a:pt x="4006412" y="438861"/>
                </a:lnTo>
                <a:lnTo>
                  <a:pt x="3968897" y="413992"/>
                </a:lnTo>
                <a:lnTo>
                  <a:pt x="3930926" y="389765"/>
                </a:lnTo>
                <a:lnTo>
                  <a:pt x="3892505" y="366189"/>
                </a:lnTo>
                <a:lnTo>
                  <a:pt x="3853644" y="343271"/>
                </a:lnTo>
                <a:lnTo>
                  <a:pt x="3814349" y="321020"/>
                </a:lnTo>
                <a:lnTo>
                  <a:pt x="3774629" y="299443"/>
                </a:lnTo>
                <a:lnTo>
                  <a:pt x="3734490" y="278547"/>
                </a:lnTo>
                <a:lnTo>
                  <a:pt x="3693942" y="258341"/>
                </a:lnTo>
                <a:lnTo>
                  <a:pt x="3652992" y="238833"/>
                </a:lnTo>
                <a:lnTo>
                  <a:pt x="3611647" y="220029"/>
                </a:lnTo>
                <a:lnTo>
                  <a:pt x="3569915" y="201938"/>
                </a:lnTo>
                <a:lnTo>
                  <a:pt x="3527804" y="184568"/>
                </a:lnTo>
                <a:lnTo>
                  <a:pt x="3485322" y="167926"/>
                </a:lnTo>
                <a:lnTo>
                  <a:pt x="3442477" y="152020"/>
                </a:lnTo>
                <a:lnTo>
                  <a:pt x="3399275" y="136859"/>
                </a:lnTo>
                <a:lnTo>
                  <a:pt x="3355726" y="122448"/>
                </a:lnTo>
                <a:lnTo>
                  <a:pt x="3311837" y="108798"/>
                </a:lnTo>
                <a:lnTo>
                  <a:pt x="3267615" y="95914"/>
                </a:lnTo>
                <a:lnTo>
                  <a:pt x="3223069" y="83805"/>
                </a:lnTo>
                <a:lnTo>
                  <a:pt x="3178206" y="72479"/>
                </a:lnTo>
                <a:lnTo>
                  <a:pt x="3133034" y="61944"/>
                </a:lnTo>
                <a:lnTo>
                  <a:pt x="3087560" y="52206"/>
                </a:lnTo>
                <a:lnTo>
                  <a:pt x="3041793" y="43275"/>
                </a:lnTo>
                <a:lnTo>
                  <a:pt x="2995739" y="35158"/>
                </a:lnTo>
                <a:lnTo>
                  <a:pt x="2949408" y="27862"/>
                </a:lnTo>
                <a:lnTo>
                  <a:pt x="2902807" y="21395"/>
                </a:lnTo>
                <a:lnTo>
                  <a:pt x="2855943" y="15765"/>
                </a:lnTo>
                <a:lnTo>
                  <a:pt x="2808824" y="10980"/>
                </a:lnTo>
                <a:lnTo>
                  <a:pt x="2761458" y="7048"/>
                </a:lnTo>
                <a:lnTo>
                  <a:pt x="2713853" y="3976"/>
                </a:lnTo>
                <a:lnTo>
                  <a:pt x="2666017" y="1772"/>
                </a:lnTo>
                <a:lnTo>
                  <a:pt x="2617957" y="444"/>
                </a:lnTo>
                <a:lnTo>
                  <a:pt x="25696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8" name="Google Shape;158;p11"/>
          <p:cNvSpPr>
            <a:spLocks noGrp="1"/>
          </p:cNvSpPr>
          <p:nvPr>
            <p:ph type="pic" idx="3"/>
          </p:nvPr>
        </p:nvSpPr>
        <p:spPr>
          <a:xfrm>
            <a:off x="7241028" y="6131652"/>
            <a:ext cx="4318050" cy="431805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59" name="Google Shape;159;p11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160" name="Google Shape;160;p11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9" name="Google Shape;169;p11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424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2" name="Google Shape;172;p12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771332" y="2705639"/>
            <a:ext cx="4483735" cy="4483735"/>
            <a:chOff x="1828292" y="2404814"/>
            <a:chExt cx="4483735" cy="4483735"/>
          </a:xfrm>
        </p:grpSpPr>
        <p:sp>
          <p:nvSpPr>
            <p:cNvPr id="174" name="Google Shape;174;p12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76" name="Google Shape;176;p12"/>
          <p:cNvSpPr txBox="1">
            <a:spLocks noGrp="1"/>
          </p:cNvSpPr>
          <p:nvPr>
            <p:ph type="body" idx="1"/>
          </p:nvPr>
        </p:nvSpPr>
        <p:spPr>
          <a:xfrm>
            <a:off x="2413000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body" idx="2"/>
          </p:nvPr>
        </p:nvSpPr>
        <p:spPr>
          <a:xfrm>
            <a:off x="2413000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178" name="Google Shape;178;p12"/>
          <p:cNvGrpSpPr/>
          <p:nvPr/>
        </p:nvGrpSpPr>
        <p:grpSpPr>
          <a:xfrm>
            <a:off x="7708899" y="2705639"/>
            <a:ext cx="4483735" cy="4483735"/>
            <a:chOff x="1828292" y="2404814"/>
            <a:chExt cx="4483735" cy="4483735"/>
          </a:xfrm>
        </p:grpSpPr>
        <p:sp>
          <p:nvSpPr>
            <p:cNvPr id="179" name="Google Shape;179;p12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1" name="Google Shape;181;p12"/>
          <p:cNvSpPr txBox="1">
            <a:spLocks noGrp="1"/>
          </p:cNvSpPr>
          <p:nvPr>
            <p:ph type="body" idx="3"/>
          </p:nvPr>
        </p:nvSpPr>
        <p:spPr>
          <a:xfrm>
            <a:off x="8350567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2" name="Google Shape;182;p12"/>
          <p:cNvSpPr txBox="1">
            <a:spLocks noGrp="1"/>
          </p:cNvSpPr>
          <p:nvPr>
            <p:ph type="body" idx="4"/>
          </p:nvPr>
        </p:nvSpPr>
        <p:spPr>
          <a:xfrm>
            <a:off x="8350567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183" name="Google Shape;183;p12"/>
          <p:cNvGrpSpPr/>
          <p:nvPr/>
        </p:nvGrpSpPr>
        <p:grpSpPr>
          <a:xfrm>
            <a:off x="13646466" y="2705639"/>
            <a:ext cx="4483735" cy="4483735"/>
            <a:chOff x="1828292" y="2404814"/>
            <a:chExt cx="4483735" cy="4483735"/>
          </a:xfrm>
        </p:grpSpPr>
        <p:sp>
          <p:nvSpPr>
            <p:cNvPr id="184" name="Google Shape;184;p12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6" name="Google Shape;186;p12"/>
          <p:cNvSpPr txBox="1">
            <a:spLocks noGrp="1"/>
          </p:cNvSpPr>
          <p:nvPr>
            <p:ph type="body" idx="5"/>
          </p:nvPr>
        </p:nvSpPr>
        <p:spPr>
          <a:xfrm>
            <a:off x="14288134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7" name="Google Shape;187;p12"/>
          <p:cNvSpPr txBox="1">
            <a:spLocks noGrp="1"/>
          </p:cNvSpPr>
          <p:nvPr>
            <p:ph type="body" idx="6"/>
          </p:nvPr>
        </p:nvSpPr>
        <p:spPr>
          <a:xfrm>
            <a:off x="14288134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8" name="Google Shape;188;p12"/>
          <p:cNvSpPr txBox="1">
            <a:spLocks noGrp="1"/>
          </p:cNvSpPr>
          <p:nvPr>
            <p:ph type="body" idx="7"/>
          </p:nvPr>
        </p:nvSpPr>
        <p:spPr>
          <a:xfrm>
            <a:off x="682401" y="854075"/>
            <a:ext cx="18727361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9" name="Google Shape;189;p12"/>
          <p:cNvSpPr txBox="1">
            <a:spLocks noGrp="1"/>
          </p:cNvSpPr>
          <p:nvPr>
            <p:ph type="body" idx="8"/>
          </p:nvPr>
        </p:nvSpPr>
        <p:spPr>
          <a:xfrm>
            <a:off x="1917700" y="8342779"/>
            <a:ext cx="4191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0" name="Google Shape;190;p12"/>
          <p:cNvSpPr txBox="1">
            <a:spLocks noGrp="1"/>
          </p:cNvSpPr>
          <p:nvPr>
            <p:ph type="body" idx="9"/>
          </p:nvPr>
        </p:nvSpPr>
        <p:spPr>
          <a:xfrm>
            <a:off x="7855267" y="8342779"/>
            <a:ext cx="4191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body" idx="13"/>
          </p:nvPr>
        </p:nvSpPr>
        <p:spPr>
          <a:xfrm>
            <a:off x="13792834" y="8342779"/>
            <a:ext cx="4191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2" name="Google Shape;192;p12"/>
          <p:cNvSpPr txBox="1">
            <a:spLocks noGrp="1"/>
          </p:cNvSpPr>
          <p:nvPr>
            <p:ph type="body" idx="14"/>
          </p:nvPr>
        </p:nvSpPr>
        <p:spPr>
          <a:xfrm>
            <a:off x="1917700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5"/>
          </p:nvPr>
        </p:nvSpPr>
        <p:spPr>
          <a:xfrm>
            <a:off x="7855267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6"/>
          </p:nvPr>
        </p:nvSpPr>
        <p:spPr>
          <a:xfrm>
            <a:off x="13792834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6" name="Google Shape;196;p12"/>
          <p:cNvGrpSpPr/>
          <p:nvPr/>
        </p:nvGrpSpPr>
        <p:grpSpPr>
          <a:xfrm>
            <a:off x="831850" y="10505931"/>
            <a:ext cx="1954504" cy="276710"/>
            <a:chOff x="831850" y="10505931"/>
            <a:chExt cx="1954504" cy="276710"/>
          </a:xfrm>
        </p:grpSpPr>
        <p:sp>
          <p:nvSpPr>
            <p:cNvPr id="197" name="Google Shape;197;p12"/>
            <p:cNvSpPr/>
            <p:nvPr/>
          </p:nvSpPr>
          <p:spPr>
            <a:xfrm>
              <a:off x="848753" y="10522518"/>
              <a:ext cx="254714" cy="254714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831850" y="10505931"/>
              <a:ext cx="83312" cy="83312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1216608" y="10519828"/>
              <a:ext cx="175842" cy="256763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1412124" y="10525502"/>
              <a:ext cx="96628" cy="254032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1548389" y="10531675"/>
              <a:ext cx="184719" cy="250617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1757843" y="10582556"/>
              <a:ext cx="195304" cy="200084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1984381" y="10583255"/>
              <a:ext cx="193597" cy="19667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2208820" y="10582555"/>
              <a:ext cx="168330" cy="200084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2401892" y="10582557"/>
              <a:ext cx="384462" cy="200084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206" name="Google Shape;206;p12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0A797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424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9" name="Google Shape;209;p13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10" name="Google Shape;210;p13"/>
          <p:cNvGrpSpPr/>
          <p:nvPr/>
        </p:nvGrpSpPr>
        <p:grpSpPr>
          <a:xfrm>
            <a:off x="1771332" y="2705639"/>
            <a:ext cx="4483735" cy="4483735"/>
            <a:chOff x="1828292" y="2404814"/>
            <a:chExt cx="4483735" cy="4483735"/>
          </a:xfrm>
        </p:grpSpPr>
        <p:sp>
          <p:nvSpPr>
            <p:cNvPr id="211" name="Google Shape;211;p13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13" name="Google Shape;213;p13"/>
          <p:cNvSpPr txBox="1">
            <a:spLocks noGrp="1"/>
          </p:cNvSpPr>
          <p:nvPr>
            <p:ph type="body" idx="1"/>
          </p:nvPr>
        </p:nvSpPr>
        <p:spPr>
          <a:xfrm>
            <a:off x="2413000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body" idx="2"/>
          </p:nvPr>
        </p:nvSpPr>
        <p:spPr>
          <a:xfrm>
            <a:off x="2413000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15" name="Google Shape;215;p13"/>
          <p:cNvGrpSpPr/>
          <p:nvPr/>
        </p:nvGrpSpPr>
        <p:grpSpPr>
          <a:xfrm>
            <a:off x="7708899" y="2705639"/>
            <a:ext cx="4483735" cy="4483735"/>
            <a:chOff x="1828292" y="2404814"/>
            <a:chExt cx="4483735" cy="4483735"/>
          </a:xfrm>
        </p:grpSpPr>
        <p:sp>
          <p:nvSpPr>
            <p:cNvPr id="216" name="Google Shape;216;p13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18" name="Google Shape;218;p13"/>
          <p:cNvSpPr txBox="1">
            <a:spLocks noGrp="1"/>
          </p:cNvSpPr>
          <p:nvPr>
            <p:ph type="body" idx="3"/>
          </p:nvPr>
        </p:nvSpPr>
        <p:spPr>
          <a:xfrm>
            <a:off x="8350567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body" idx="4"/>
          </p:nvPr>
        </p:nvSpPr>
        <p:spPr>
          <a:xfrm>
            <a:off x="8350567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20" name="Google Shape;220;p13"/>
          <p:cNvGrpSpPr/>
          <p:nvPr/>
        </p:nvGrpSpPr>
        <p:grpSpPr>
          <a:xfrm>
            <a:off x="13646466" y="2705639"/>
            <a:ext cx="4483735" cy="4483735"/>
            <a:chOff x="1828292" y="2404814"/>
            <a:chExt cx="4483735" cy="4483735"/>
          </a:xfrm>
        </p:grpSpPr>
        <p:sp>
          <p:nvSpPr>
            <p:cNvPr id="221" name="Google Shape;221;p13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3" name="Google Shape;223;p13"/>
          <p:cNvSpPr txBox="1">
            <a:spLocks noGrp="1"/>
          </p:cNvSpPr>
          <p:nvPr>
            <p:ph type="body" idx="5"/>
          </p:nvPr>
        </p:nvSpPr>
        <p:spPr>
          <a:xfrm>
            <a:off x="14288134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body" idx="6"/>
          </p:nvPr>
        </p:nvSpPr>
        <p:spPr>
          <a:xfrm>
            <a:off x="14288134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body" idx="7"/>
          </p:nvPr>
        </p:nvSpPr>
        <p:spPr>
          <a:xfrm>
            <a:off x="682401" y="854075"/>
            <a:ext cx="18727361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body" idx="8"/>
          </p:nvPr>
        </p:nvSpPr>
        <p:spPr>
          <a:xfrm>
            <a:off x="1917700" y="8342779"/>
            <a:ext cx="4191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9"/>
          </p:nvPr>
        </p:nvSpPr>
        <p:spPr>
          <a:xfrm>
            <a:off x="7855267" y="8342779"/>
            <a:ext cx="4191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body" idx="13"/>
          </p:nvPr>
        </p:nvSpPr>
        <p:spPr>
          <a:xfrm>
            <a:off x="13792834" y="8342779"/>
            <a:ext cx="41910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body" idx="14"/>
          </p:nvPr>
        </p:nvSpPr>
        <p:spPr>
          <a:xfrm>
            <a:off x="1917700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body" idx="15"/>
          </p:nvPr>
        </p:nvSpPr>
        <p:spPr>
          <a:xfrm>
            <a:off x="7855267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body" idx="16"/>
          </p:nvPr>
        </p:nvSpPr>
        <p:spPr>
          <a:xfrm>
            <a:off x="13792834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3" name="Google Shape;233;p13"/>
          <p:cNvGrpSpPr/>
          <p:nvPr/>
        </p:nvGrpSpPr>
        <p:grpSpPr>
          <a:xfrm>
            <a:off x="831850" y="10505931"/>
            <a:ext cx="1954504" cy="276710"/>
            <a:chOff x="831850" y="10505931"/>
            <a:chExt cx="1954504" cy="276710"/>
          </a:xfrm>
        </p:grpSpPr>
        <p:sp>
          <p:nvSpPr>
            <p:cNvPr id="234" name="Google Shape;234;p13"/>
            <p:cNvSpPr/>
            <p:nvPr/>
          </p:nvSpPr>
          <p:spPr>
            <a:xfrm>
              <a:off x="848753" y="10522518"/>
              <a:ext cx="254714" cy="254714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831850" y="10505931"/>
              <a:ext cx="83312" cy="83312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1216608" y="10519828"/>
              <a:ext cx="175842" cy="256763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1412124" y="10525502"/>
              <a:ext cx="96628" cy="254032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1548389" y="10531675"/>
              <a:ext cx="184719" cy="250617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1757843" y="10582556"/>
              <a:ext cx="195304" cy="200084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1984381" y="10583255"/>
              <a:ext cx="193597" cy="19667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208820" y="10582555"/>
              <a:ext cx="168330" cy="200084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2401892" y="10582557"/>
              <a:ext cx="384462" cy="200084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5" name="Google Shape;245;p14"/>
          <p:cNvSpPr txBox="1">
            <a:spLocks noGrp="1"/>
          </p:cNvSpPr>
          <p:nvPr>
            <p:ph type="body" idx="1"/>
          </p:nvPr>
        </p:nvSpPr>
        <p:spPr>
          <a:xfrm>
            <a:off x="682401" y="854075"/>
            <a:ext cx="18727361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46" name="Google Shape;246;p14"/>
          <p:cNvGrpSpPr/>
          <p:nvPr/>
        </p:nvGrpSpPr>
        <p:grpSpPr>
          <a:xfrm>
            <a:off x="1771332" y="2705639"/>
            <a:ext cx="4483735" cy="4483735"/>
            <a:chOff x="1828292" y="2404814"/>
            <a:chExt cx="4483735" cy="4483735"/>
          </a:xfrm>
        </p:grpSpPr>
        <p:sp>
          <p:nvSpPr>
            <p:cNvPr id="247" name="Google Shape;247;p14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49" name="Google Shape;249;p14"/>
          <p:cNvSpPr txBox="1">
            <a:spLocks noGrp="1"/>
          </p:cNvSpPr>
          <p:nvPr>
            <p:ph type="body" idx="2"/>
          </p:nvPr>
        </p:nvSpPr>
        <p:spPr>
          <a:xfrm>
            <a:off x="2413000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0" name="Google Shape;250;p14"/>
          <p:cNvSpPr txBox="1">
            <a:spLocks noGrp="1"/>
          </p:cNvSpPr>
          <p:nvPr>
            <p:ph type="body" idx="3"/>
          </p:nvPr>
        </p:nvSpPr>
        <p:spPr>
          <a:xfrm>
            <a:off x="2413000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51" name="Google Shape;251;p14"/>
          <p:cNvGrpSpPr/>
          <p:nvPr/>
        </p:nvGrpSpPr>
        <p:grpSpPr>
          <a:xfrm>
            <a:off x="7708899" y="2705639"/>
            <a:ext cx="4483735" cy="4483735"/>
            <a:chOff x="1828292" y="2404814"/>
            <a:chExt cx="4483735" cy="4483735"/>
          </a:xfrm>
        </p:grpSpPr>
        <p:sp>
          <p:nvSpPr>
            <p:cNvPr id="252" name="Google Shape;252;p14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4" name="Google Shape;254;p14"/>
          <p:cNvSpPr txBox="1">
            <a:spLocks noGrp="1"/>
          </p:cNvSpPr>
          <p:nvPr>
            <p:ph type="body" idx="4"/>
          </p:nvPr>
        </p:nvSpPr>
        <p:spPr>
          <a:xfrm>
            <a:off x="8350567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body" idx="5"/>
          </p:nvPr>
        </p:nvSpPr>
        <p:spPr>
          <a:xfrm>
            <a:off x="8350567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56" name="Google Shape;256;p14"/>
          <p:cNvGrpSpPr/>
          <p:nvPr/>
        </p:nvGrpSpPr>
        <p:grpSpPr>
          <a:xfrm>
            <a:off x="13646466" y="2705639"/>
            <a:ext cx="4483735" cy="4483735"/>
            <a:chOff x="1828292" y="2404814"/>
            <a:chExt cx="4483735" cy="4483735"/>
          </a:xfrm>
        </p:grpSpPr>
        <p:sp>
          <p:nvSpPr>
            <p:cNvPr id="257" name="Google Shape;257;p14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9" name="Google Shape;259;p14"/>
          <p:cNvSpPr txBox="1">
            <a:spLocks noGrp="1"/>
          </p:cNvSpPr>
          <p:nvPr>
            <p:ph type="body" idx="6"/>
          </p:nvPr>
        </p:nvSpPr>
        <p:spPr>
          <a:xfrm>
            <a:off x="14288134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body" idx="7"/>
          </p:nvPr>
        </p:nvSpPr>
        <p:spPr>
          <a:xfrm>
            <a:off x="14288134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body" idx="8"/>
          </p:nvPr>
        </p:nvSpPr>
        <p:spPr>
          <a:xfrm>
            <a:off x="1984381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2" name="Google Shape;262;p14"/>
          <p:cNvSpPr txBox="1">
            <a:spLocks noGrp="1"/>
          </p:cNvSpPr>
          <p:nvPr>
            <p:ph type="body" idx="9"/>
          </p:nvPr>
        </p:nvSpPr>
        <p:spPr>
          <a:xfrm>
            <a:off x="7921948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13"/>
          </p:nvPr>
        </p:nvSpPr>
        <p:spPr>
          <a:xfrm>
            <a:off x="13792834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64" name="Google Shape;264;p14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265" name="Google Shape;265;p14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74" name="Google Shape;274;p14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14"/>
          <p:cNvSpPr txBox="1">
            <a:spLocks noGrp="1"/>
          </p:cNvSpPr>
          <p:nvPr>
            <p:ph type="body" idx="14"/>
          </p:nvPr>
        </p:nvSpPr>
        <p:spPr>
          <a:xfrm>
            <a:off x="1984381" y="8561839"/>
            <a:ext cx="419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6" name="Google Shape;276;p14"/>
          <p:cNvSpPr txBox="1">
            <a:spLocks noGrp="1"/>
          </p:cNvSpPr>
          <p:nvPr>
            <p:ph type="body" idx="15"/>
          </p:nvPr>
        </p:nvSpPr>
        <p:spPr>
          <a:xfrm>
            <a:off x="7921948" y="8561839"/>
            <a:ext cx="419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7" name="Google Shape;277;p14"/>
          <p:cNvSpPr txBox="1">
            <a:spLocks noGrp="1"/>
          </p:cNvSpPr>
          <p:nvPr>
            <p:ph type="body" idx="16"/>
          </p:nvPr>
        </p:nvSpPr>
        <p:spPr>
          <a:xfrm>
            <a:off x="13792834" y="8561839"/>
            <a:ext cx="419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78" name="Google Shape;278;p14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Custom Layout">
  <p:cSld name="20_Custom Layou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1" name="Google Shape;281;p15"/>
          <p:cNvSpPr txBox="1">
            <a:spLocks noGrp="1"/>
          </p:cNvSpPr>
          <p:nvPr>
            <p:ph type="body" idx="1"/>
          </p:nvPr>
        </p:nvSpPr>
        <p:spPr>
          <a:xfrm>
            <a:off x="682401" y="854075"/>
            <a:ext cx="18727361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82" name="Google Shape;282;p15"/>
          <p:cNvGrpSpPr/>
          <p:nvPr/>
        </p:nvGrpSpPr>
        <p:grpSpPr>
          <a:xfrm>
            <a:off x="1771332" y="2705639"/>
            <a:ext cx="4483735" cy="4483735"/>
            <a:chOff x="1828292" y="2404814"/>
            <a:chExt cx="4483735" cy="4483735"/>
          </a:xfrm>
        </p:grpSpPr>
        <p:sp>
          <p:nvSpPr>
            <p:cNvPr id="283" name="Google Shape;283;p15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85" name="Google Shape;285;p15"/>
          <p:cNvSpPr txBox="1">
            <a:spLocks noGrp="1"/>
          </p:cNvSpPr>
          <p:nvPr>
            <p:ph type="body" idx="2"/>
          </p:nvPr>
        </p:nvSpPr>
        <p:spPr>
          <a:xfrm>
            <a:off x="2413000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body" idx="3"/>
          </p:nvPr>
        </p:nvSpPr>
        <p:spPr>
          <a:xfrm>
            <a:off x="2413000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87" name="Google Shape;287;p15"/>
          <p:cNvGrpSpPr/>
          <p:nvPr/>
        </p:nvGrpSpPr>
        <p:grpSpPr>
          <a:xfrm>
            <a:off x="7708899" y="2705639"/>
            <a:ext cx="4483735" cy="4483735"/>
            <a:chOff x="1828292" y="2404814"/>
            <a:chExt cx="4483735" cy="4483735"/>
          </a:xfrm>
        </p:grpSpPr>
        <p:sp>
          <p:nvSpPr>
            <p:cNvPr id="288" name="Google Shape;288;p15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0" name="Google Shape;290;p15"/>
          <p:cNvSpPr txBox="1">
            <a:spLocks noGrp="1"/>
          </p:cNvSpPr>
          <p:nvPr>
            <p:ph type="body" idx="4"/>
          </p:nvPr>
        </p:nvSpPr>
        <p:spPr>
          <a:xfrm>
            <a:off x="8350567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body" idx="5"/>
          </p:nvPr>
        </p:nvSpPr>
        <p:spPr>
          <a:xfrm>
            <a:off x="8350567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92" name="Google Shape;292;p15"/>
          <p:cNvGrpSpPr/>
          <p:nvPr/>
        </p:nvGrpSpPr>
        <p:grpSpPr>
          <a:xfrm>
            <a:off x="13646466" y="2705639"/>
            <a:ext cx="4483735" cy="4483735"/>
            <a:chOff x="1828292" y="2404814"/>
            <a:chExt cx="4483735" cy="4483735"/>
          </a:xfrm>
        </p:grpSpPr>
        <p:sp>
          <p:nvSpPr>
            <p:cNvPr id="293" name="Google Shape;293;p15"/>
            <p:cNvSpPr/>
            <p:nvPr/>
          </p:nvSpPr>
          <p:spPr>
            <a:xfrm>
              <a:off x="2191482" y="2764941"/>
              <a:ext cx="3760470" cy="3760470"/>
            </a:xfrm>
            <a:custGeom>
              <a:avLst/>
              <a:gdLst/>
              <a:ahLst/>
              <a:cxnLst/>
              <a:rect l="l" t="t" r="r" b="b"/>
              <a:pathLst>
                <a:path w="3760470" h="3760470" extrusionOk="0">
                  <a:moveTo>
                    <a:pt x="3545525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3545525"/>
                  </a:lnTo>
                  <a:lnTo>
                    <a:pt x="5666" y="3594722"/>
                  </a:lnTo>
                  <a:lnTo>
                    <a:pt x="21807" y="3639883"/>
                  </a:lnTo>
                  <a:lnTo>
                    <a:pt x="47134" y="3679721"/>
                  </a:lnTo>
                  <a:lnTo>
                    <a:pt x="80360" y="3712948"/>
                  </a:lnTo>
                  <a:lnTo>
                    <a:pt x="120196" y="3738276"/>
                  </a:lnTo>
                  <a:lnTo>
                    <a:pt x="165355" y="3754417"/>
                  </a:lnTo>
                  <a:lnTo>
                    <a:pt x="214548" y="3760084"/>
                  </a:lnTo>
                  <a:lnTo>
                    <a:pt x="3545525" y="3760084"/>
                  </a:lnTo>
                  <a:lnTo>
                    <a:pt x="3594722" y="3754417"/>
                  </a:lnTo>
                  <a:lnTo>
                    <a:pt x="3639883" y="3738276"/>
                  </a:lnTo>
                  <a:lnTo>
                    <a:pt x="3679721" y="3712948"/>
                  </a:lnTo>
                  <a:lnTo>
                    <a:pt x="3712948" y="3679721"/>
                  </a:lnTo>
                  <a:lnTo>
                    <a:pt x="3738276" y="3639883"/>
                  </a:lnTo>
                  <a:lnTo>
                    <a:pt x="3754417" y="3594722"/>
                  </a:lnTo>
                  <a:lnTo>
                    <a:pt x="3760084" y="3545525"/>
                  </a:lnTo>
                  <a:lnTo>
                    <a:pt x="3760084" y="214558"/>
                  </a:lnTo>
                  <a:lnTo>
                    <a:pt x="3754417" y="165362"/>
                  </a:lnTo>
                  <a:lnTo>
                    <a:pt x="3738276" y="120200"/>
                  </a:lnTo>
                  <a:lnTo>
                    <a:pt x="3712948" y="80362"/>
                  </a:lnTo>
                  <a:lnTo>
                    <a:pt x="3679721" y="47135"/>
                  </a:lnTo>
                  <a:lnTo>
                    <a:pt x="3639883" y="21807"/>
                  </a:lnTo>
                  <a:lnTo>
                    <a:pt x="3594722" y="5666"/>
                  </a:lnTo>
                  <a:lnTo>
                    <a:pt x="354552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1828292" y="2404814"/>
              <a:ext cx="4483735" cy="4483735"/>
            </a:xfrm>
            <a:custGeom>
              <a:avLst/>
              <a:gdLst/>
              <a:ahLst/>
              <a:cxnLst/>
              <a:rect l="l" t="t" r="r" b="b"/>
              <a:pathLst>
                <a:path w="4483735" h="4483734" extrusionOk="0">
                  <a:moveTo>
                    <a:pt x="79336" y="3750106"/>
                  </a:moveTo>
                  <a:lnTo>
                    <a:pt x="76225" y="3734663"/>
                  </a:lnTo>
                  <a:lnTo>
                    <a:pt x="67729" y="3722052"/>
                  </a:lnTo>
                  <a:lnTo>
                    <a:pt x="55118" y="3713543"/>
                  </a:lnTo>
                  <a:lnTo>
                    <a:pt x="39674" y="3710432"/>
                  </a:lnTo>
                  <a:lnTo>
                    <a:pt x="24218" y="3713543"/>
                  </a:lnTo>
                  <a:lnTo>
                    <a:pt x="11607" y="3722052"/>
                  </a:lnTo>
                  <a:lnTo>
                    <a:pt x="3111" y="3734663"/>
                  </a:lnTo>
                  <a:lnTo>
                    <a:pt x="0" y="3750106"/>
                  </a:lnTo>
                  <a:lnTo>
                    <a:pt x="0" y="3780625"/>
                  </a:lnTo>
                  <a:lnTo>
                    <a:pt x="3111" y="3796068"/>
                  </a:lnTo>
                  <a:lnTo>
                    <a:pt x="11607" y="3808679"/>
                  </a:lnTo>
                  <a:lnTo>
                    <a:pt x="24218" y="3817188"/>
                  </a:lnTo>
                  <a:lnTo>
                    <a:pt x="39674" y="3820312"/>
                  </a:lnTo>
                  <a:lnTo>
                    <a:pt x="55118" y="3817188"/>
                  </a:lnTo>
                  <a:lnTo>
                    <a:pt x="67729" y="3808679"/>
                  </a:lnTo>
                  <a:lnTo>
                    <a:pt x="76225" y="3796068"/>
                  </a:lnTo>
                  <a:lnTo>
                    <a:pt x="79336" y="3780625"/>
                  </a:lnTo>
                  <a:lnTo>
                    <a:pt x="79336" y="3750106"/>
                  </a:lnTo>
                  <a:close/>
                </a:path>
                <a:path w="4483735" h="4483734" extrusionOk="0">
                  <a:moveTo>
                    <a:pt x="79336" y="3414382"/>
                  </a:moveTo>
                  <a:lnTo>
                    <a:pt x="76225" y="3398939"/>
                  </a:lnTo>
                  <a:lnTo>
                    <a:pt x="67729" y="3386328"/>
                  </a:lnTo>
                  <a:lnTo>
                    <a:pt x="55118" y="3377831"/>
                  </a:lnTo>
                  <a:lnTo>
                    <a:pt x="39674" y="3374707"/>
                  </a:lnTo>
                  <a:lnTo>
                    <a:pt x="24218" y="3377831"/>
                  </a:lnTo>
                  <a:lnTo>
                    <a:pt x="11607" y="3386328"/>
                  </a:lnTo>
                  <a:lnTo>
                    <a:pt x="3111" y="3398939"/>
                  </a:lnTo>
                  <a:lnTo>
                    <a:pt x="0" y="3414382"/>
                  </a:lnTo>
                  <a:lnTo>
                    <a:pt x="0" y="3444900"/>
                  </a:lnTo>
                  <a:lnTo>
                    <a:pt x="3111" y="3460356"/>
                  </a:lnTo>
                  <a:lnTo>
                    <a:pt x="11607" y="3472954"/>
                  </a:lnTo>
                  <a:lnTo>
                    <a:pt x="24218" y="3481463"/>
                  </a:lnTo>
                  <a:lnTo>
                    <a:pt x="39674" y="3484575"/>
                  </a:lnTo>
                  <a:lnTo>
                    <a:pt x="55118" y="3481463"/>
                  </a:lnTo>
                  <a:lnTo>
                    <a:pt x="67729" y="3472954"/>
                  </a:lnTo>
                  <a:lnTo>
                    <a:pt x="76225" y="3460356"/>
                  </a:lnTo>
                  <a:lnTo>
                    <a:pt x="79336" y="3444900"/>
                  </a:lnTo>
                  <a:lnTo>
                    <a:pt x="79336" y="3414382"/>
                  </a:lnTo>
                  <a:close/>
                </a:path>
                <a:path w="4483735" h="4483734" extrusionOk="0">
                  <a:moveTo>
                    <a:pt x="79336" y="3078670"/>
                  </a:moveTo>
                  <a:lnTo>
                    <a:pt x="76225" y="3063214"/>
                  </a:lnTo>
                  <a:lnTo>
                    <a:pt x="67729" y="3050616"/>
                  </a:lnTo>
                  <a:lnTo>
                    <a:pt x="55118" y="3042107"/>
                  </a:lnTo>
                  <a:lnTo>
                    <a:pt x="39674" y="3038995"/>
                  </a:lnTo>
                  <a:lnTo>
                    <a:pt x="24218" y="3042107"/>
                  </a:lnTo>
                  <a:lnTo>
                    <a:pt x="11607" y="3050616"/>
                  </a:lnTo>
                  <a:lnTo>
                    <a:pt x="3111" y="3063214"/>
                  </a:lnTo>
                  <a:lnTo>
                    <a:pt x="0" y="3078670"/>
                  </a:lnTo>
                  <a:lnTo>
                    <a:pt x="0" y="3109188"/>
                  </a:lnTo>
                  <a:lnTo>
                    <a:pt x="3111" y="3124631"/>
                  </a:lnTo>
                  <a:lnTo>
                    <a:pt x="11607" y="3137243"/>
                  </a:lnTo>
                  <a:lnTo>
                    <a:pt x="24218" y="3145739"/>
                  </a:lnTo>
                  <a:lnTo>
                    <a:pt x="39674" y="3148863"/>
                  </a:lnTo>
                  <a:lnTo>
                    <a:pt x="55118" y="3145739"/>
                  </a:lnTo>
                  <a:lnTo>
                    <a:pt x="67729" y="3137243"/>
                  </a:lnTo>
                  <a:lnTo>
                    <a:pt x="76225" y="3124631"/>
                  </a:lnTo>
                  <a:lnTo>
                    <a:pt x="79336" y="3109188"/>
                  </a:lnTo>
                  <a:lnTo>
                    <a:pt x="79336" y="3078670"/>
                  </a:lnTo>
                  <a:close/>
                </a:path>
                <a:path w="4483735" h="4483734" extrusionOk="0">
                  <a:moveTo>
                    <a:pt x="79336" y="2742933"/>
                  </a:moveTo>
                  <a:lnTo>
                    <a:pt x="76225" y="2727502"/>
                  </a:lnTo>
                  <a:lnTo>
                    <a:pt x="67729" y="2714891"/>
                  </a:lnTo>
                  <a:lnTo>
                    <a:pt x="55118" y="2706382"/>
                  </a:lnTo>
                  <a:lnTo>
                    <a:pt x="39674" y="2703258"/>
                  </a:lnTo>
                  <a:lnTo>
                    <a:pt x="24218" y="2706382"/>
                  </a:lnTo>
                  <a:lnTo>
                    <a:pt x="11607" y="2714891"/>
                  </a:lnTo>
                  <a:lnTo>
                    <a:pt x="3111" y="2727502"/>
                  </a:lnTo>
                  <a:lnTo>
                    <a:pt x="0" y="2742933"/>
                  </a:lnTo>
                  <a:lnTo>
                    <a:pt x="0" y="2773464"/>
                  </a:lnTo>
                  <a:lnTo>
                    <a:pt x="3111" y="2788907"/>
                  </a:lnTo>
                  <a:lnTo>
                    <a:pt x="11607" y="2801518"/>
                  </a:lnTo>
                  <a:lnTo>
                    <a:pt x="24218" y="2810014"/>
                  </a:lnTo>
                  <a:lnTo>
                    <a:pt x="39674" y="2813139"/>
                  </a:lnTo>
                  <a:lnTo>
                    <a:pt x="55118" y="2810014"/>
                  </a:lnTo>
                  <a:lnTo>
                    <a:pt x="67729" y="2801518"/>
                  </a:lnTo>
                  <a:lnTo>
                    <a:pt x="76225" y="2788907"/>
                  </a:lnTo>
                  <a:lnTo>
                    <a:pt x="79336" y="2773464"/>
                  </a:lnTo>
                  <a:lnTo>
                    <a:pt x="79336" y="2742933"/>
                  </a:lnTo>
                  <a:close/>
                </a:path>
                <a:path w="4483735" h="4483734" extrusionOk="0">
                  <a:moveTo>
                    <a:pt x="79336" y="2407221"/>
                  </a:moveTo>
                  <a:lnTo>
                    <a:pt x="76225" y="2391778"/>
                  </a:lnTo>
                  <a:lnTo>
                    <a:pt x="67729" y="2379167"/>
                  </a:lnTo>
                  <a:lnTo>
                    <a:pt x="55118" y="2370658"/>
                  </a:lnTo>
                  <a:lnTo>
                    <a:pt x="39674" y="2367546"/>
                  </a:lnTo>
                  <a:lnTo>
                    <a:pt x="24218" y="2370658"/>
                  </a:lnTo>
                  <a:lnTo>
                    <a:pt x="11607" y="2379167"/>
                  </a:lnTo>
                  <a:lnTo>
                    <a:pt x="3111" y="2391778"/>
                  </a:lnTo>
                  <a:lnTo>
                    <a:pt x="0" y="2407221"/>
                  </a:lnTo>
                  <a:lnTo>
                    <a:pt x="0" y="2437739"/>
                  </a:lnTo>
                  <a:lnTo>
                    <a:pt x="3111" y="2453182"/>
                  </a:lnTo>
                  <a:lnTo>
                    <a:pt x="11607" y="2465794"/>
                  </a:lnTo>
                  <a:lnTo>
                    <a:pt x="24218" y="2474303"/>
                  </a:lnTo>
                  <a:lnTo>
                    <a:pt x="39674" y="2477414"/>
                  </a:lnTo>
                  <a:lnTo>
                    <a:pt x="55118" y="2474303"/>
                  </a:lnTo>
                  <a:lnTo>
                    <a:pt x="67729" y="2465794"/>
                  </a:lnTo>
                  <a:lnTo>
                    <a:pt x="76225" y="2453182"/>
                  </a:lnTo>
                  <a:lnTo>
                    <a:pt x="79336" y="2437739"/>
                  </a:lnTo>
                  <a:lnTo>
                    <a:pt x="79336" y="2407221"/>
                  </a:lnTo>
                  <a:close/>
                </a:path>
                <a:path w="4483735" h="4483734" extrusionOk="0">
                  <a:moveTo>
                    <a:pt x="89192" y="4122509"/>
                  </a:moveTo>
                  <a:lnTo>
                    <a:pt x="88823" y="4106761"/>
                  </a:lnTo>
                  <a:lnTo>
                    <a:pt x="87299" y="4099763"/>
                  </a:lnTo>
                  <a:lnTo>
                    <a:pt x="86004" y="4093248"/>
                  </a:lnTo>
                  <a:lnTo>
                    <a:pt x="84785" y="4086428"/>
                  </a:lnTo>
                  <a:lnTo>
                    <a:pt x="83693" y="4079608"/>
                  </a:lnTo>
                  <a:lnTo>
                    <a:pt x="78282" y="4064812"/>
                  </a:lnTo>
                  <a:lnTo>
                    <a:pt x="67983" y="4053624"/>
                  </a:lnTo>
                  <a:lnTo>
                    <a:pt x="54241" y="4047121"/>
                  </a:lnTo>
                  <a:lnTo>
                    <a:pt x="38506" y="4046334"/>
                  </a:lnTo>
                  <a:lnTo>
                    <a:pt x="23710" y="4051744"/>
                  </a:lnTo>
                  <a:lnTo>
                    <a:pt x="12509" y="4062044"/>
                  </a:lnTo>
                  <a:lnTo>
                    <a:pt x="5994" y="4075785"/>
                  </a:lnTo>
                  <a:lnTo>
                    <a:pt x="5232" y="4091521"/>
                  </a:lnTo>
                  <a:lnTo>
                    <a:pt x="6616" y="4100030"/>
                  </a:lnTo>
                  <a:lnTo>
                    <a:pt x="16687" y="4136910"/>
                  </a:lnTo>
                  <a:lnTo>
                    <a:pt x="50088" y="4155224"/>
                  </a:lnTo>
                  <a:lnTo>
                    <a:pt x="52997" y="4155224"/>
                  </a:lnTo>
                  <a:lnTo>
                    <a:pt x="55956" y="4154894"/>
                  </a:lnTo>
                  <a:lnTo>
                    <a:pt x="58902" y="4154233"/>
                  </a:lnTo>
                  <a:lnTo>
                    <a:pt x="73279" y="4147782"/>
                  </a:lnTo>
                  <a:lnTo>
                    <a:pt x="83693" y="4136694"/>
                  </a:lnTo>
                  <a:lnTo>
                    <a:pt x="89192" y="4122509"/>
                  </a:lnTo>
                  <a:close/>
                </a:path>
                <a:path w="4483735" h="4483734" extrusionOk="0">
                  <a:moveTo>
                    <a:pt x="279781" y="4387291"/>
                  </a:moveTo>
                  <a:lnTo>
                    <a:pt x="279158" y="4372089"/>
                  </a:lnTo>
                  <a:lnTo>
                    <a:pt x="272884" y="4358233"/>
                  </a:lnTo>
                  <a:lnTo>
                    <a:pt x="261378" y="4347476"/>
                  </a:lnTo>
                  <a:lnTo>
                    <a:pt x="255536" y="4343793"/>
                  </a:lnTo>
                  <a:lnTo>
                    <a:pt x="249732" y="4340009"/>
                  </a:lnTo>
                  <a:lnTo>
                    <a:pt x="244005" y="4336110"/>
                  </a:lnTo>
                  <a:lnTo>
                    <a:pt x="238379" y="4332122"/>
                  </a:lnTo>
                  <a:lnTo>
                    <a:pt x="224028" y="4325620"/>
                  </a:lnTo>
                  <a:lnTo>
                    <a:pt x="182981" y="4341114"/>
                  </a:lnTo>
                  <a:lnTo>
                    <a:pt x="175996" y="4370667"/>
                  </a:lnTo>
                  <a:lnTo>
                    <a:pt x="181267" y="4384941"/>
                  </a:lnTo>
                  <a:lnTo>
                    <a:pt x="212686" y="4410595"/>
                  </a:lnTo>
                  <a:lnTo>
                    <a:pt x="233426" y="4420933"/>
                  </a:lnTo>
                  <a:lnTo>
                    <a:pt x="240525" y="4420933"/>
                  </a:lnTo>
                  <a:lnTo>
                    <a:pt x="250367" y="4419701"/>
                  </a:lnTo>
                  <a:lnTo>
                    <a:pt x="259600" y="4416069"/>
                  </a:lnTo>
                  <a:lnTo>
                    <a:pt x="267754" y="4410151"/>
                  </a:lnTo>
                  <a:lnTo>
                    <a:pt x="274332" y="4402074"/>
                  </a:lnTo>
                  <a:lnTo>
                    <a:pt x="279781" y="4387291"/>
                  </a:lnTo>
                  <a:close/>
                </a:path>
                <a:path w="4483735" h="4483734" extrusionOk="0">
                  <a:moveTo>
                    <a:pt x="604291" y="4443730"/>
                  </a:moveTo>
                  <a:lnTo>
                    <a:pt x="601167" y="4428287"/>
                  </a:lnTo>
                  <a:lnTo>
                    <a:pt x="592670" y="4415675"/>
                  </a:lnTo>
                  <a:lnTo>
                    <a:pt x="580059" y="4407166"/>
                  </a:lnTo>
                  <a:lnTo>
                    <a:pt x="564616" y="4404055"/>
                  </a:lnTo>
                  <a:lnTo>
                    <a:pt x="534098" y="4404055"/>
                  </a:lnTo>
                  <a:lnTo>
                    <a:pt x="518642" y="4407166"/>
                  </a:lnTo>
                  <a:lnTo>
                    <a:pt x="506044" y="4415675"/>
                  </a:lnTo>
                  <a:lnTo>
                    <a:pt x="497535" y="4428287"/>
                  </a:lnTo>
                  <a:lnTo>
                    <a:pt x="494423" y="4443730"/>
                  </a:lnTo>
                  <a:lnTo>
                    <a:pt x="497535" y="4459173"/>
                  </a:lnTo>
                  <a:lnTo>
                    <a:pt x="506044" y="4471784"/>
                  </a:lnTo>
                  <a:lnTo>
                    <a:pt x="518642" y="4480293"/>
                  </a:lnTo>
                  <a:lnTo>
                    <a:pt x="534098" y="4483405"/>
                  </a:lnTo>
                  <a:lnTo>
                    <a:pt x="564616" y="4483405"/>
                  </a:lnTo>
                  <a:lnTo>
                    <a:pt x="580059" y="4480293"/>
                  </a:lnTo>
                  <a:lnTo>
                    <a:pt x="592670" y="4471784"/>
                  </a:lnTo>
                  <a:lnTo>
                    <a:pt x="601167" y="4459173"/>
                  </a:lnTo>
                  <a:lnTo>
                    <a:pt x="604291" y="4443730"/>
                  </a:lnTo>
                  <a:close/>
                </a:path>
                <a:path w="4483735" h="4483734" extrusionOk="0">
                  <a:moveTo>
                    <a:pt x="940003" y="4443730"/>
                  </a:moveTo>
                  <a:lnTo>
                    <a:pt x="936891" y="4428287"/>
                  </a:lnTo>
                  <a:lnTo>
                    <a:pt x="928395" y="4415675"/>
                  </a:lnTo>
                  <a:lnTo>
                    <a:pt x="915784" y="4407166"/>
                  </a:lnTo>
                  <a:lnTo>
                    <a:pt x="900328" y="4404055"/>
                  </a:lnTo>
                  <a:lnTo>
                    <a:pt x="869810" y="4404055"/>
                  </a:lnTo>
                  <a:lnTo>
                    <a:pt x="854367" y="4407166"/>
                  </a:lnTo>
                  <a:lnTo>
                    <a:pt x="841756" y="4415675"/>
                  </a:lnTo>
                  <a:lnTo>
                    <a:pt x="833259" y="4428287"/>
                  </a:lnTo>
                  <a:lnTo>
                    <a:pt x="830135" y="4443730"/>
                  </a:lnTo>
                  <a:lnTo>
                    <a:pt x="833259" y="4459173"/>
                  </a:lnTo>
                  <a:lnTo>
                    <a:pt x="841756" y="4471784"/>
                  </a:lnTo>
                  <a:lnTo>
                    <a:pt x="854367" y="4480293"/>
                  </a:lnTo>
                  <a:lnTo>
                    <a:pt x="869810" y="4483405"/>
                  </a:lnTo>
                  <a:lnTo>
                    <a:pt x="900328" y="4483405"/>
                  </a:lnTo>
                  <a:lnTo>
                    <a:pt x="915784" y="4480293"/>
                  </a:lnTo>
                  <a:lnTo>
                    <a:pt x="928395" y="4471784"/>
                  </a:lnTo>
                  <a:lnTo>
                    <a:pt x="936891" y="4459173"/>
                  </a:lnTo>
                  <a:lnTo>
                    <a:pt x="940003" y="4443730"/>
                  </a:lnTo>
                  <a:close/>
                </a:path>
                <a:path w="4483735" h="4483734" extrusionOk="0">
                  <a:moveTo>
                    <a:pt x="1275740" y="4443730"/>
                  </a:moveTo>
                  <a:lnTo>
                    <a:pt x="1272616" y="4428287"/>
                  </a:lnTo>
                  <a:lnTo>
                    <a:pt x="1264107" y="4415675"/>
                  </a:lnTo>
                  <a:lnTo>
                    <a:pt x="1251496" y="4407166"/>
                  </a:lnTo>
                  <a:lnTo>
                    <a:pt x="1236065" y="4404055"/>
                  </a:lnTo>
                  <a:lnTo>
                    <a:pt x="1205534" y="4404055"/>
                  </a:lnTo>
                  <a:lnTo>
                    <a:pt x="1190091" y="4407166"/>
                  </a:lnTo>
                  <a:lnTo>
                    <a:pt x="1177480" y="4415675"/>
                  </a:lnTo>
                  <a:lnTo>
                    <a:pt x="1168984" y="4428287"/>
                  </a:lnTo>
                  <a:lnTo>
                    <a:pt x="1165860" y="4443730"/>
                  </a:lnTo>
                  <a:lnTo>
                    <a:pt x="1168984" y="4459173"/>
                  </a:lnTo>
                  <a:lnTo>
                    <a:pt x="1177480" y="4471784"/>
                  </a:lnTo>
                  <a:lnTo>
                    <a:pt x="1190091" y="4480293"/>
                  </a:lnTo>
                  <a:lnTo>
                    <a:pt x="1205534" y="4483405"/>
                  </a:lnTo>
                  <a:lnTo>
                    <a:pt x="1236065" y="4483405"/>
                  </a:lnTo>
                  <a:lnTo>
                    <a:pt x="1251496" y="4480293"/>
                  </a:lnTo>
                  <a:lnTo>
                    <a:pt x="1264107" y="4471784"/>
                  </a:lnTo>
                  <a:lnTo>
                    <a:pt x="1272616" y="4459173"/>
                  </a:lnTo>
                  <a:lnTo>
                    <a:pt x="1275740" y="4443730"/>
                  </a:lnTo>
                  <a:close/>
                </a:path>
                <a:path w="4483735" h="4483734" extrusionOk="0">
                  <a:moveTo>
                    <a:pt x="1611452" y="4443730"/>
                  </a:moveTo>
                  <a:lnTo>
                    <a:pt x="1608340" y="4428287"/>
                  </a:lnTo>
                  <a:lnTo>
                    <a:pt x="1599831" y="4415675"/>
                  </a:lnTo>
                  <a:lnTo>
                    <a:pt x="1587220" y="4407166"/>
                  </a:lnTo>
                  <a:lnTo>
                    <a:pt x="1571777" y="4404055"/>
                  </a:lnTo>
                  <a:lnTo>
                    <a:pt x="1541259" y="4404055"/>
                  </a:lnTo>
                  <a:lnTo>
                    <a:pt x="1525816" y="4407166"/>
                  </a:lnTo>
                  <a:lnTo>
                    <a:pt x="1513205" y="4415675"/>
                  </a:lnTo>
                  <a:lnTo>
                    <a:pt x="1504696" y="4428287"/>
                  </a:lnTo>
                  <a:lnTo>
                    <a:pt x="1501584" y="4443730"/>
                  </a:lnTo>
                  <a:lnTo>
                    <a:pt x="1504696" y="4459173"/>
                  </a:lnTo>
                  <a:lnTo>
                    <a:pt x="1513205" y="4471784"/>
                  </a:lnTo>
                  <a:lnTo>
                    <a:pt x="1525816" y="4480293"/>
                  </a:lnTo>
                  <a:lnTo>
                    <a:pt x="1541259" y="4483405"/>
                  </a:lnTo>
                  <a:lnTo>
                    <a:pt x="1571777" y="4483405"/>
                  </a:lnTo>
                  <a:lnTo>
                    <a:pt x="1587220" y="4480293"/>
                  </a:lnTo>
                  <a:lnTo>
                    <a:pt x="1599831" y="4471784"/>
                  </a:lnTo>
                  <a:lnTo>
                    <a:pt x="1608340" y="4459173"/>
                  </a:lnTo>
                  <a:lnTo>
                    <a:pt x="1611452" y="4443730"/>
                  </a:lnTo>
                  <a:close/>
                </a:path>
                <a:path w="4483735" h="4483734" extrusionOk="0">
                  <a:moveTo>
                    <a:pt x="1947176" y="4443730"/>
                  </a:moveTo>
                  <a:lnTo>
                    <a:pt x="1944065" y="4428287"/>
                  </a:lnTo>
                  <a:lnTo>
                    <a:pt x="1935556" y="4415675"/>
                  </a:lnTo>
                  <a:lnTo>
                    <a:pt x="1922945" y="4407166"/>
                  </a:lnTo>
                  <a:lnTo>
                    <a:pt x="1907501" y="4404055"/>
                  </a:lnTo>
                  <a:lnTo>
                    <a:pt x="1876983" y="4404055"/>
                  </a:lnTo>
                  <a:lnTo>
                    <a:pt x="1861540" y="4407166"/>
                  </a:lnTo>
                  <a:lnTo>
                    <a:pt x="1848929" y="4415675"/>
                  </a:lnTo>
                  <a:lnTo>
                    <a:pt x="1840420" y="4428287"/>
                  </a:lnTo>
                  <a:lnTo>
                    <a:pt x="1837296" y="4443730"/>
                  </a:lnTo>
                  <a:lnTo>
                    <a:pt x="1840420" y="4459173"/>
                  </a:lnTo>
                  <a:lnTo>
                    <a:pt x="1848929" y="4471784"/>
                  </a:lnTo>
                  <a:lnTo>
                    <a:pt x="1861540" y="4480293"/>
                  </a:lnTo>
                  <a:lnTo>
                    <a:pt x="1876983" y="4483405"/>
                  </a:lnTo>
                  <a:lnTo>
                    <a:pt x="1907501" y="4483405"/>
                  </a:lnTo>
                  <a:lnTo>
                    <a:pt x="1922945" y="4480293"/>
                  </a:lnTo>
                  <a:lnTo>
                    <a:pt x="1935556" y="4471784"/>
                  </a:lnTo>
                  <a:lnTo>
                    <a:pt x="1944065" y="4459173"/>
                  </a:lnTo>
                  <a:lnTo>
                    <a:pt x="1947176" y="4443730"/>
                  </a:lnTo>
                  <a:close/>
                </a:path>
                <a:path w="4483735" h="4483734" extrusionOk="0">
                  <a:moveTo>
                    <a:pt x="4483405" y="458584"/>
                  </a:moveTo>
                  <a:lnTo>
                    <a:pt x="4481030" y="411759"/>
                  </a:lnTo>
                  <a:lnTo>
                    <a:pt x="4474070" y="366280"/>
                  </a:lnTo>
                  <a:lnTo>
                    <a:pt x="4462754" y="322364"/>
                  </a:lnTo>
                  <a:lnTo>
                    <a:pt x="4447311" y="280250"/>
                  </a:lnTo>
                  <a:lnTo>
                    <a:pt x="4427969" y="240169"/>
                  </a:lnTo>
                  <a:lnTo>
                    <a:pt x="4404982" y="202361"/>
                  </a:lnTo>
                  <a:lnTo>
                    <a:pt x="4378553" y="167043"/>
                  </a:lnTo>
                  <a:lnTo>
                    <a:pt x="4348937" y="134467"/>
                  </a:lnTo>
                  <a:lnTo>
                    <a:pt x="4316349" y="104851"/>
                  </a:lnTo>
                  <a:lnTo>
                    <a:pt x="4281030" y="78422"/>
                  </a:lnTo>
                  <a:lnTo>
                    <a:pt x="4243222" y="55435"/>
                  </a:lnTo>
                  <a:lnTo>
                    <a:pt x="4203141" y="36093"/>
                  </a:lnTo>
                  <a:lnTo>
                    <a:pt x="4161028" y="20650"/>
                  </a:lnTo>
                  <a:lnTo>
                    <a:pt x="4117111" y="9334"/>
                  </a:lnTo>
                  <a:lnTo>
                    <a:pt x="4071632" y="2374"/>
                  </a:lnTo>
                  <a:lnTo>
                    <a:pt x="4024807" y="0"/>
                  </a:lnTo>
                  <a:lnTo>
                    <a:pt x="461632" y="0"/>
                  </a:lnTo>
                  <a:lnTo>
                    <a:pt x="414807" y="2374"/>
                  </a:lnTo>
                  <a:lnTo>
                    <a:pt x="369328" y="9334"/>
                  </a:lnTo>
                  <a:lnTo>
                    <a:pt x="325412" y="20650"/>
                  </a:lnTo>
                  <a:lnTo>
                    <a:pt x="283298" y="36093"/>
                  </a:lnTo>
                  <a:lnTo>
                    <a:pt x="243217" y="55435"/>
                  </a:lnTo>
                  <a:lnTo>
                    <a:pt x="205409" y="78422"/>
                  </a:lnTo>
                  <a:lnTo>
                    <a:pt x="170091" y="104851"/>
                  </a:lnTo>
                  <a:lnTo>
                    <a:pt x="137515" y="134467"/>
                  </a:lnTo>
                  <a:lnTo>
                    <a:pt x="107899" y="167043"/>
                  </a:lnTo>
                  <a:lnTo>
                    <a:pt x="81470" y="202361"/>
                  </a:lnTo>
                  <a:lnTo>
                    <a:pt x="58470" y="240169"/>
                  </a:lnTo>
                  <a:lnTo>
                    <a:pt x="39141" y="280250"/>
                  </a:lnTo>
                  <a:lnTo>
                    <a:pt x="23698" y="322364"/>
                  </a:lnTo>
                  <a:lnTo>
                    <a:pt x="12369" y="366280"/>
                  </a:lnTo>
                  <a:lnTo>
                    <a:pt x="5410" y="411759"/>
                  </a:lnTo>
                  <a:lnTo>
                    <a:pt x="3035" y="458584"/>
                  </a:lnTo>
                  <a:lnTo>
                    <a:pt x="3035" y="2240165"/>
                  </a:lnTo>
                  <a:lnTo>
                    <a:pt x="5918" y="2254427"/>
                  </a:lnTo>
                  <a:lnTo>
                    <a:pt x="13766" y="2266073"/>
                  </a:lnTo>
                  <a:lnTo>
                    <a:pt x="25412" y="2273922"/>
                  </a:lnTo>
                  <a:lnTo>
                    <a:pt x="39662" y="2276792"/>
                  </a:lnTo>
                  <a:lnTo>
                    <a:pt x="53924" y="2273922"/>
                  </a:lnTo>
                  <a:lnTo>
                    <a:pt x="65570" y="2266073"/>
                  </a:lnTo>
                  <a:lnTo>
                    <a:pt x="73418" y="2254427"/>
                  </a:lnTo>
                  <a:lnTo>
                    <a:pt x="76288" y="2240165"/>
                  </a:lnTo>
                  <a:lnTo>
                    <a:pt x="76288" y="458584"/>
                  </a:lnTo>
                  <a:lnTo>
                    <a:pt x="79298" y="410311"/>
                  </a:lnTo>
                  <a:lnTo>
                    <a:pt x="88087" y="363816"/>
                  </a:lnTo>
                  <a:lnTo>
                    <a:pt x="102273" y="319455"/>
                  </a:lnTo>
                  <a:lnTo>
                    <a:pt x="121513" y="277583"/>
                  </a:lnTo>
                  <a:lnTo>
                    <a:pt x="145427" y="238582"/>
                  </a:lnTo>
                  <a:lnTo>
                    <a:pt x="173659" y="202793"/>
                  </a:lnTo>
                  <a:lnTo>
                    <a:pt x="205854" y="170611"/>
                  </a:lnTo>
                  <a:lnTo>
                    <a:pt x="241630" y="142379"/>
                  </a:lnTo>
                  <a:lnTo>
                    <a:pt x="280631" y="118452"/>
                  </a:lnTo>
                  <a:lnTo>
                    <a:pt x="322503" y="99225"/>
                  </a:lnTo>
                  <a:lnTo>
                    <a:pt x="366864" y="85026"/>
                  </a:lnTo>
                  <a:lnTo>
                    <a:pt x="413359" y="76250"/>
                  </a:lnTo>
                  <a:lnTo>
                    <a:pt x="461632" y="73240"/>
                  </a:lnTo>
                  <a:lnTo>
                    <a:pt x="4024807" y="73240"/>
                  </a:lnTo>
                  <a:lnTo>
                    <a:pt x="4073080" y="76250"/>
                  </a:lnTo>
                  <a:lnTo>
                    <a:pt x="4119575" y="85026"/>
                  </a:lnTo>
                  <a:lnTo>
                    <a:pt x="4163949" y="99225"/>
                  </a:lnTo>
                  <a:lnTo>
                    <a:pt x="4205808" y="118452"/>
                  </a:lnTo>
                  <a:lnTo>
                    <a:pt x="4244810" y="142379"/>
                  </a:lnTo>
                  <a:lnTo>
                    <a:pt x="4280598" y="170611"/>
                  </a:lnTo>
                  <a:lnTo>
                    <a:pt x="4312780" y="202793"/>
                  </a:lnTo>
                  <a:lnTo>
                    <a:pt x="4341012" y="238582"/>
                  </a:lnTo>
                  <a:lnTo>
                    <a:pt x="4364939" y="277583"/>
                  </a:lnTo>
                  <a:lnTo>
                    <a:pt x="4384167" y="319455"/>
                  </a:lnTo>
                  <a:lnTo>
                    <a:pt x="4398365" y="363816"/>
                  </a:lnTo>
                  <a:lnTo>
                    <a:pt x="4407141" y="410311"/>
                  </a:lnTo>
                  <a:lnTo>
                    <a:pt x="4410151" y="458584"/>
                  </a:lnTo>
                  <a:lnTo>
                    <a:pt x="4410151" y="4021759"/>
                  </a:lnTo>
                  <a:lnTo>
                    <a:pt x="4407141" y="4070032"/>
                  </a:lnTo>
                  <a:lnTo>
                    <a:pt x="4398365" y="4116527"/>
                  </a:lnTo>
                  <a:lnTo>
                    <a:pt x="4384167" y="4160901"/>
                  </a:lnTo>
                  <a:lnTo>
                    <a:pt x="4364939" y="4202773"/>
                  </a:lnTo>
                  <a:lnTo>
                    <a:pt x="4341012" y="4241774"/>
                  </a:lnTo>
                  <a:lnTo>
                    <a:pt x="4312780" y="4277550"/>
                  </a:lnTo>
                  <a:lnTo>
                    <a:pt x="4280598" y="4309745"/>
                  </a:lnTo>
                  <a:lnTo>
                    <a:pt x="4244810" y="4337977"/>
                  </a:lnTo>
                  <a:lnTo>
                    <a:pt x="4205808" y="4361891"/>
                  </a:lnTo>
                  <a:lnTo>
                    <a:pt x="4163949" y="4381131"/>
                  </a:lnTo>
                  <a:lnTo>
                    <a:pt x="4119575" y="4395317"/>
                  </a:lnTo>
                  <a:lnTo>
                    <a:pt x="4073080" y="4404106"/>
                  </a:lnTo>
                  <a:lnTo>
                    <a:pt x="4024807" y="4407116"/>
                  </a:lnTo>
                  <a:lnTo>
                    <a:pt x="2258415" y="4407116"/>
                  </a:lnTo>
                  <a:lnTo>
                    <a:pt x="2243226" y="4404055"/>
                  </a:lnTo>
                  <a:lnTo>
                    <a:pt x="2212708" y="4404055"/>
                  </a:lnTo>
                  <a:lnTo>
                    <a:pt x="2197252" y="4407166"/>
                  </a:lnTo>
                  <a:lnTo>
                    <a:pt x="2184641" y="4415675"/>
                  </a:lnTo>
                  <a:lnTo>
                    <a:pt x="2176145" y="4428287"/>
                  </a:lnTo>
                  <a:lnTo>
                    <a:pt x="2173033" y="4443730"/>
                  </a:lnTo>
                  <a:lnTo>
                    <a:pt x="2176145" y="4459173"/>
                  </a:lnTo>
                  <a:lnTo>
                    <a:pt x="2184641" y="4471784"/>
                  </a:lnTo>
                  <a:lnTo>
                    <a:pt x="2197252" y="4480293"/>
                  </a:lnTo>
                  <a:lnTo>
                    <a:pt x="2212708" y="4483405"/>
                  </a:lnTo>
                  <a:lnTo>
                    <a:pt x="2243226" y="4483405"/>
                  </a:lnTo>
                  <a:lnTo>
                    <a:pt x="2258352" y="4480357"/>
                  </a:lnTo>
                  <a:lnTo>
                    <a:pt x="4024807" y="4480357"/>
                  </a:lnTo>
                  <a:lnTo>
                    <a:pt x="4071632" y="4477982"/>
                  </a:lnTo>
                  <a:lnTo>
                    <a:pt x="4117111" y="4471022"/>
                  </a:lnTo>
                  <a:lnTo>
                    <a:pt x="4161028" y="4459706"/>
                  </a:lnTo>
                  <a:lnTo>
                    <a:pt x="4203141" y="4444263"/>
                  </a:lnTo>
                  <a:lnTo>
                    <a:pt x="4243222" y="4424921"/>
                  </a:lnTo>
                  <a:lnTo>
                    <a:pt x="4281030" y="4401934"/>
                  </a:lnTo>
                  <a:lnTo>
                    <a:pt x="4316349" y="4375505"/>
                  </a:lnTo>
                  <a:lnTo>
                    <a:pt x="4348937" y="4345889"/>
                  </a:lnTo>
                  <a:lnTo>
                    <a:pt x="4378553" y="4313301"/>
                  </a:lnTo>
                  <a:lnTo>
                    <a:pt x="4404982" y="4277982"/>
                  </a:lnTo>
                  <a:lnTo>
                    <a:pt x="4427969" y="4240174"/>
                  </a:lnTo>
                  <a:lnTo>
                    <a:pt x="4447311" y="4200093"/>
                  </a:lnTo>
                  <a:lnTo>
                    <a:pt x="4462754" y="4157980"/>
                  </a:lnTo>
                  <a:lnTo>
                    <a:pt x="4474070" y="4114063"/>
                  </a:lnTo>
                  <a:lnTo>
                    <a:pt x="4481030" y="4068584"/>
                  </a:lnTo>
                  <a:lnTo>
                    <a:pt x="4483405" y="4021759"/>
                  </a:lnTo>
                  <a:lnTo>
                    <a:pt x="4483405" y="458584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5" name="Google Shape;295;p15"/>
          <p:cNvSpPr txBox="1">
            <a:spLocks noGrp="1"/>
          </p:cNvSpPr>
          <p:nvPr>
            <p:ph type="body" idx="6"/>
          </p:nvPr>
        </p:nvSpPr>
        <p:spPr>
          <a:xfrm>
            <a:off x="14288134" y="3790084"/>
            <a:ext cx="3200400" cy="158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3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body" idx="7"/>
          </p:nvPr>
        </p:nvSpPr>
        <p:spPr>
          <a:xfrm>
            <a:off x="14288134" y="5233537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97" name="Google Shape;297;p15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298" name="Google Shape;298;p15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07" name="Google Shape;307;p15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15"/>
          <p:cNvSpPr txBox="1">
            <a:spLocks noGrp="1"/>
          </p:cNvSpPr>
          <p:nvPr>
            <p:ph type="body" idx="8"/>
          </p:nvPr>
        </p:nvSpPr>
        <p:spPr>
          <a:xfrm>
            <a:off x="1984381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body" idx="9"/>
          </p:nvPr>
        </p:nvSpPr>
        <p:spPr>
          <a:xfrm>
            <a:off x="7921948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body" idx="13"/>
          </p:nvPr>
        </p:nvSpPr>
        <p:spPr>
          <a:xfrm>
            <a:off x="13792834" y="7694788"/>
            <a:ext cx="419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body" idx="14"/>
          </p:nvPr>
        </p:nvSpPr>
        <p:spPr>
          <a:xfrm>
            <a:off x="1984381" y="8561839"/>
            <a:ext cx="419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body" idx="15"/>
          </p:nvPr>
        </p:nvSpPr>
        <p:spPr>
          <a:xfrm>
            <a:off x="7921948" y="8561839"/>
            <a:ext cx="419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body" idx="16"/>
          </p:nvPr>
        </p:nvSpPr>
        <p:spPr>
          <a:xfrm>
            <a:off x="13792834" y="8561839"/>
            <a:ext cx="419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ctr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Char char="o"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314" name="Google Shape;314;p15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dk2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7" name="Google Shape;317;p16"/>
          <p:cNvSpPr txBox="1">
            <a:spLocks noGrp="1"/>
          </p:cNvSpPr>
          <p:nvPr>
            <p:ph type="body" idx="1"/>
          </p:nvPr>
        </p:nvSpPr>
        <p:spPr>
          <a:xfrm>
            <a:off x="13680848" y="1198115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body" idx="2"/>
          </p:nvPr>
        </p:nvSpPr>
        <p:spPr>
          <a:xfrm>
            <a:off x="13680848" y="1807715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body" idx="3"/>
          </p:nvPr>
        </p:nvSpPr>
        <p:spPr>
          <a:xfrm>
            <a:off x="13680848" y="4169915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body" idx="4"/>
          </p:nvPr>
        </p:nvSpPr>
        <p:spPr>
          <a:xfrm>
            <a:off x="13680848" y="4779515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body" idx="5"/>
          </p:nvPr>
        </p:nvSpPr>
        <p:spPr>
          <a:xfrm>
            <a:off x="13680848" y="6989315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body" idx="6"/>
          </p:nvPr>
        </p:nvSpPr>
        <p:spPr>
          <a:xfrm>
            <a:off x="13680848" y="7598915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body" idx="7"/>
          </p:nvPr>
        </p:nvSpPr>
        <p:spPr>
          <a:xfrm>
            <a:off x="11988687" y="1063625"/>
            <a:ext cx="15240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body" idx="8"/>
          </p:nvPr>
        </p:nvSpPr>
        <p:spPr>
          <a:xfrm>
            <a:off x="11737748" y="4006642"/>
            <a:ext cx="15240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body" idx="9"/>
          </p:nvPr>
        </p:nvSpPr>
        <p:spPr>
          <a:xfrm>
            <a:off x="11737748" y="6826042"/>
            <a:ext cx="15240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9385300" y="5508396"/>
            <a:ext cx="3768725" cy="0"/>
          </a:xfrm>
          <a:custGeom>
            <a:avLst/>
            <a:gdLst/>
            <a:ahLst/>
            <a:cxnLst/>
            <a:rect l="l" t="t" r="r" b="b"/>
            <a:pathLst>
              <a:path w="3768725" h="120000" extrusionOk="0">
                <a:moveTo>
                  <a:pt x="0" y="0"/>
                </a:moveTo>
                <a:lnTo>
                  <a:pt x="3768241" y="0"/>
                </a:lnTo>
              </a:path>
            </a:pathLst>
          </a:custGeom>
          <a:noFill/>
          <a:ln w="209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7" name="Google Shape;327;p16"/>
          <p:cNvSpPr/>
          <p:nvPr/>
        </p:nvSpPr>
        <p:spPr>
          <a:xfrm>
            <a:off x="9385300" y="2566724"/>
            <a:ext cx="3768725" cy="2439670"/>
          </a:xfrm>
          <a:custGeom>
            <a:avLst/>
            <a:gdLst/>
            <a:ahLst/>
            <a:cxnLst/>
            <a:rect l="l" t="t" r="r" b="b"/>
            <a:pathLst>
              <a:path w="3768725" h="2439670" extrusionOk="0">
                <a:moveTo>
                  <a:pt x="0" y="2439088"/>
                </a:moveTo>
                <a:lnTo>
                  <a:pt x="1884120" y="0"/>
                </a:lnTo>
                <a:lnTo>
                  <a:pt x="3768241" y="0"/>
                </a:lnTo>
              </a:path>
            </a:pathLst>
          </a:custGeom>
          <a:noFill/>
          <a:ln w="209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8" name="Google Shape;328;p16"/>
          <p:cNvSpPr/>
          <p:nvPr/>
        </p:nvSpPr>
        <p:spPr>
          <a:xfrm>
            <a:off x="9385300" y="5881776"/>
            <a:ext cx="3768725" cy="2439670"/>
          </a:xfrm>
          <a:custGeom>
            <a:avLst/>
            <a:gdLst/>
            <a:ahLst/>
            <a:cxnLst/>
            <a:rect l="l" t="t" r="r" b="b"/>
            <a:pathLst>
              <a:path w="3768725" h="2439670" extrusionOk="0">
                <a:moveTo>
                  <a:pt x="0" y="0"/>
                </a:moveTo>
                <a:lnTo>
                  <a:pt x="1884120" y="2439088"/>
                </a:lnTo>
                <a:lnTo>
                  <a:pt x="3768241" y="2439088"/>
                </a:lnTo>
              </a:path>
            </a:pathLst>
          </a:custGeom>
          <a:noFill/>
          <a:ln w="209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9" name="Google Shape;329;p16"/>
          <p:cNvSpPr txBox="1">
            <a:spLocks noGrp="1"/>
          </p:cNvSpPr>
          <p:nvPr>
            <p:ph type="body" idx="13"/>
          </p:nvPr>
        </p:nvSpPr>
        <p:spPr>
          <a:xfrm>
            <a:off x="1060449" y="3607008"/>
            <a:ext cx="7715251" cy="31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1" name="Google Shape;331;p16"/>
          <p:cNvGrpSpPr/>
          <p:nvPr/>
        </p:nvGrpSpPr>
        <p:grpSpPr>
          <a:xfrm>
            <a:off x="831850" y="10505931"/>
            <a:ext cx="1954504" cy="276710"/>
            <a:chOff x="831850" y="10505931"/>
            <a:chExt cx="1954504" cy="276710"/>
          </a:xfrm>
        </p:grpSpPr>
        <p:sp>
          <p:nvSpPr>
            <p:cNvPr id="332" name="Google Shape;332;p16"/>
            <p:cNvSpPr/>
            <p:nvPr/>
          </p:nvSpPr>
          <p:spPr>
            <a:xfrm>
              <a:off x="848753" y="10522518"/>
              <a:ext cx="254714" cy="254714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831850" y="10505931"/>
              <a:ext cx="83312" cy="83312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1216608" y="10519828"/>
              <a:ext cx="175842" cy="256763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1412124" y="10525502"/>
              <a:ext cx="96628" cy="254032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1548389" y="10531675"/>
              <a:ext cx="184719" cy="250617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1757843" y="10582556"/>
              <a:ext cx="195304" cy="200084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1984381" y="10583255"/>
              <a:ext cx="193597" cy="19667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2208820" y="10582555"/>
              <a:ext cx="168330" cy="200084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2401892" y="10582557"/>
              <a:ext cx="384462" cy="200084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341" name="Google Shape;341;p16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0A797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4" name="Google Shape;344;p17"/>
          <p:cNvSpPr txBox="1">
            <a:spLocks noGrp="1"/>
          </p:cNvSpPr>
          <p:nvPr>
            <p:ph type="body" idx="1"/>
          </p:nvPr>
        </p:nvSpPr>
        <p:spPr>
          <a:xfrm>
            <a:off x="13680848" y="1198115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5" name="Google Shape;345;p17"/>
          <p:cNvSpPr txBox="1">
            <a:spLocks noGrp="1"/>
          </p:cNvSpPr>
          <p:nvPr>
            <p:ph type="body" idx="2"/>
          </p:nvPr>
        </p:nvSpPr>
        <p:spPr>
          <a:xfrm>
            <a:off x="13680848" y="1807715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6" name="Google Shape;346;p17"/>
          <p:cNvSpPr txBox="1">
            <a:spLocks noGrp="1"/>
          </p:cNvSpPr>
          <p:nvPr>
            <p:ph type="body" idx="3"/>
          </p:nvPr>
        </p:nvSpPr>
        <p:spPr>
          <a:xfrm>
            <a:off x="13680848" y="4169915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7" name="Google Shape;347;p17"/>
          <p:cNvSpPr txBox="1">
            <a:spLocks noGrp="1"/>
          </p:cNvSpPr>
          <p:nvPr>
            <p:ph type="body" idx="4"/>
          </p:nvPr>
        </p:nvSpPr>
        <p:spPr>
          <a:xfrm>
            <a:off x="13680848" y="4779515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8" name="Google Shape;348;p17"/>
          <p:cNvSpPr txBox="1">
            <a:spLocks noGrp="1"/>
          </p:cNvSpPr>
          <p:nvPr>
            <p:ph type="body" idx="5"/>
          </p:nvPr>
        </p:nvSpPr>
        <p:spPr>
          <a:xfrm>
            <a:off x="13680848" y="6989315"/>
            <a:ext cx="5334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9" name="Google Shape;349;p17"/>
          <p:cNvSpPr txBox="1">
            <a:spLocks noGrp="1"/>
          </p:cNvSpPr>
          <p:nvPr>
            <p:ph type="body" idx="6"/>
          </p:nvPr>
        </p:nvSpPr>
        <p:spPr>
          <a:xfrm>
            <a:off x="13680848" y="7598915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50" name="Google Shape;350;p17"/>
          <p:cNvSpPr txBox="1">
            <a:spLocks noGrp="1"/>
          </p:cNvSpPr>
          <p:nvPr>
            <p:ph type="body" idx="7"/>
          </p:nvPr>
        </p:nvSpPr>
        <p:spPr>
          <a:xfrm>
            <a:off x="11988687" y="1063625"/>
            <a:ext cx="15240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51" name="Google Shape;351;p17"/>
          <p:cNvSpPr txBox="1">
            <a:spLocks noGrp="1"/>
          </p:cNvSpPr>
          <p:nvPr>
            <p:ph type="body" idx="8"/>
          </p:nvPr>
        </p:nvSpPr>
        <p:spPr>
          <a:xfrm>
            <a:off x="11737748" y="4006642"/>
            <a:ext cx="15240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52" name="Google Shape;352;p17"/>
          <p:cNvSpPr txBox="1">
            <a:spLocks noGrp="1"/>
          </p:cNvSpPr>
          <p:nvPr>
            <p:ph type="body" idx="9"/>
          </p:nvPr>
        </p:nvSpPr>
        <p:spPr>
          <a:xfrm>
            <a:off x="11737748" y="6826042"/>
            <a:ext cx="152400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9385300" y="5508396"/>
            <a:ext cx="3768725" cy="0"/>
          </a:xfrm>
          <a:custGeom>
            <a:avLst/>
            <a:gdLst/>
            <a:ahLst/>
            <a:cxnLst/>
            <a:rect l="l" t="t" r="r" b="b"/>
            <a:pathLst>
              <a:path w="3768725" h="120000" extrusionOk="0">
                <a:moveTo>
                  <a:pt x="0" y="0"/>
                </a:moveTo>
                <a:lnTo>
                  <a:pt x="3768241" y="0"/>
                </a:lnTo>
              </a:path>
            </a:pathLst>
          </a:custGeom>
          <a:noFill/>
          <a:ln w="20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9385300" y="2566724"/>
            <a:ext cx="3768725" cy="2439670"/>
          </a:xfrm>
          <a:custGeom>
            <a:avLst/>
            <a:gdLst/>
            <a:ahLst/>
            <a:cxnLst/>
            <a:rect l="l" t="t" r="r" b="b"/>
            <a:pathLst>
              <a:path w="3768725" h="2439670" extrusionOk="0">
                <a:moveTo>
                  <a:pt x="0" y="2439088"/>
                </a:moveTo>
                <a:lnTo>
                  <a:pt x="1884120" y="0"/>
                </a:lnTo>
                <a:lnTo>
                  <a:pt x="3768241" y="0"/>
                </a:lnTo>
              </a:path>
            </a:pathLst>
          </a:custGeom>
          <a:noFill/>
          <a:ln w="20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9385300" y="5881776"/>
            <a:ext cx="3768725" cy="2439670"/>
          </a:xfrm>
          <a:custGeom>
            <a:avLst/>
            <a:gdLst/>
            <a:ahLst/>
            <a:cxnLst/>
            <a:rect l="l" t="t" r="r" b="b"/>
            <a:pathLst>
              <a:path w="3768725" h="2439670" extrusionOk="0">
                <a:moveTo>
                  <a:pt x="0" y="0"/>
                </a:moveTo>
                <a:lnTo>
                  <a:pt x="1884120" y="2439088"/>
                </a:lnTo>
                <a:lnTo>
                  <a:pt x="3768241" y="2439088"/>
                </a:lnTo>
              </a:path>
            </a:pathLst>
          </a:custGeom>
          <a:noFill/>
          <a:ln w="20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56" name="Google Shape;356;p17"/>
          <p:cNvSpPr txBox="1">
            <a:spLocks noGrp="1"/>
          </p:cNvSpPr>
          <p:nvPr>
            <p:ph type="body" idx="13"/>
          </p:nvPr>
        </p:nvSpPr>
        <p:spPr>
          <a:xfrm>
            <a:off x="1060449" y="3607008"/>
            <a:ext cx="7715251" cy="31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2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357" name="Google Shape;357;p17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358" name="Google Shape;358;p17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67" name="Google Shape;367;p17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8" name="Google Shape;368;p17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10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1" name="Google Shape;371;p18"/>
          <p:cNvSpPr/>
          <p:nvPr/>
        </p:nvSpPr>
        <p:spPr>
          <a:xfrm rot="10800000">
            <a:off x="1801767" y="3559175"/>
            <a:ext cx="4814083" cy="6477000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72" name="Google Shape;372;p18"/>
          <p:cNvSpPr/>
          <p:nvPr/>
        </p:nvSpPr>
        <p:spPr>
          <a:xfrm rot="10800000">
            <a:off x="7556501" y="3559175"/>
            <a:ext cx="4814083" cy="6477000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73" name="Google Shape;373;p18"/>
          <p:cNvSpPr/>
          <p:nvPr/>
        </p:nvSpPr>
        <p:spPr>
          <a:xfrm rot="10800000">
            <a:off x="13311235" y="3559175"/>
            <a:ext cx="4814083" cy="6477000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374" name="Google Shape;37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104099" cy="654360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8"/>
          <p:cNvSpPr/>
          <p:nvPr/>
        </p:nvSpPr>
        <p:spPr>
          <a:xfrm>
            <a:off x="0" y="0"/>
            <a:ext cx="20104100" cy="6543675"/>
          </a:xfrm>
          <a:custGeom>
            <a:avLst/>
            <a:gdLst/>
            <a:ahLst/>
            <a:cxnLst/>
            <a:rect l="l" t="t" r="r" b="b"/>
            <a:pathLst>
              <a:path w="20104100" h="6543675" extrusionOk="0">
                <a:moveTo>
                  <a:pt x="20104099" y="0"/>
                </a:moveTo>
                <a:lnTo>
                  <a:pt x="0" y="0"/>
                </a:lnTo>
                <a:lnTo>
                  <a:pt x="0" y="6543601"/>
                </a:lnTo>
                <a:lnTo>
                  <a:pt x="20104099" y="654360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A7975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6" name="Google Shape;376;p18"/>
          <p:cNvSpPr txBox="1">
            <a:spLocks noGrp="1"/>
          </p:cNvSpPr>
          <p:nvPr>
            <p:ph type="body" idx="1"/>
          </p:nvPr>
        </p:nvSpPr>
        <p:spPr>
          <a:xfrm>
            <a:off x="2078942" y="7483475"/>
            <a:ext cx="42597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body" idx="2"/>
          </p:nvPr>
        </p:nvSpPr>
        <p:spPr>
          <a:xfrm>
            <a:off x="2078942" y="8003854"/>
            <a:ext cx="425973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8" name="Google Shape;378;p18"/>
          <p:cNvSpPr>
            <a:spLocks noGrp="1"/>
          </p:cNvSpPr>
          <p:nvPr>
            <p:ph type="pic" idx="3"/>
          </p:nvPr>
        </p:nvSpPr>
        <p:spPr>
          <a:xfrm>
            <a:off x="1801766" y="3559175"/>
            <a:ext cx="4814083" cy="29718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18"/>
          <p:cNvSpPr/>
          <p:nvPr/>
        </p:nvSpPr>
        <p:spPr>
          <a:xfrm>
            <a:off x="3517900" y="5921375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380" name="Google Shape;380;p18"/>
          <p:cNvSpPr>
            <a:spLocks noGrp="1"/>
          </p:cNvSpPr>
          <p:nvPr>
            <p:ph type="pic" idx="4"/>
          </p:nvPr>
        </p:nvSpPr>
        <p:spPr>
          <a:xfrm>
            <a:off x="7556500" y="3559175"/>
            <a:ext cx="4814083" cy="29718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18"/>
          <p:cNvSpPr/>
          <p:nvPr/>
        </p:nvSpPr>
        <p:spPr>
          <a:xfrm>
            <a:off x="9272634" y="5921375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382" name="Google Shape;382;p18"/>
          <p:cNvSpPr>
            <a:spLocks noGrp="1"/>
          </p:cNvSpPr>
          <p:nvPr>
            <p:ph type="pic" idx="5"/>
          </p:nvPr>
        </p:nvSpPr>
        <p:spPr>
          <a:xfrm>
            <a:off x="13311234" y="3559175"/>
            <a:ext cx="4814083" cy="29718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18"/>
          <p:cNvSpPr/>
          <p:nvPr/>
        </p:nvSpPr>
        <p:spPr>
          <a:xfrm>
            <a:off x="15027368" y="5921375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384" name="Google Shape;384;p18"/>
          <p:cNvSpPr txBox="1">
            <a:spLocks noGrp="1"/>
          </p:cNvSpPr>
          <p:nvPr>
            <p:ph type="body" idx="6"/>
          </p:nvPr>
        </p:nvSpPr>
        <p:spPr>
          <a:xfrm>
            <a:off x="7833676" y="7483475"/>
            <a:ext cx="42597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5" name="Google Shape;385;p18"/>
          <p:cNvSpPr txBox="1">
            <a:spLocks noGrp="1"/>
          </p:cNvSpPr>
          <p:nvPr>
            <p:ph type="body" idx="7"/>
          </p:nvPr>
        </p:nvSpPr>
        <p:spPr>
          <a:xfrm>
            <a:off x="7833676" y="8003854"/>
            <a:ext cx="425973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6" name="Google Shape;386;p18"/>
          <p:cNvSpPr txBox="1">
            <a:spLocks noGrp="1"/>
          </p:cNvSpPr>
          <p:nvPr>
            <p:ph type="body" idx="8"/>
          </p:nvPr>
        </p:nvSpPr>
        <p:spPr>
          <a:xfrm>
            <a:off x="13588410" y="7483475"/>
            <a:ext cx="42597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body" idx="9"/>
          </p:nvPr>
        </p:nvSpPr>
        <p:spPr>
          <a:xfrm>
            <a:off x="13588410" y="8003854"/>
            <a:ext cx="425973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body" idx="13"/>
          </p:nvPr>
        </p:nvSpPr>
        <p:spPr>
          <a:xfrm>
            <a:off x="682401" y="854075"/>
            <a:ext cx="18727361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389" name="Google Shape;389;p18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390" name="Google Shape;390;p18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99" name="Google Shape;399;p18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00" name="Google Shape;400;p18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bg>
      <p:bgPr>
        <a:solidFill>
          <a:schemeClr val="lt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3" name="Google Shape;403;p19"/>
          <p:cNvSpPr/>
          <p:nvPr/>
        </p:nvSpPr>
        <p:spPr>
          <a:xfrm rot="10800000">
            <a:off x="888999" y="3981449"/>
            <a:ext cx="4257040" cy="5493309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4" name="Google Shape;404;p19"/>
          <p:cNvSpPr/>
          <p:nvPr/>
        </p:nvSpPr>
        <p:spPr>
          <a:xfrm rot="10800000">
            <a:off x="5580379" y="3981449"/>
            <a:ext cx="4257040" cy="5493309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5" name="Google Shape;405;p19"/>
          <p:cNvSpPr/>
          <p:nvPr/>
        </p:nvSpPr>
        <p:spPr>
          <a:xfrm rot="10800000">
            <a:off x="10256520" y="3981449"/>
            <a:ext cx="4257040" cy="5493309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6" name="Google Shape;406;p19"/>
          <p:cNvSpPr/>
          <p:nvPr/>
        </p:nvSpPr>
        <p:spPr>
          <a:xfrm rot="10800000">
            <a:off x="14947899" y="3981449"/>
            <a:ext cx="4257040" cy="5493309"/>
          </a:xfrm>
          <a:prstGeom prst="roundRect">
            <a:avLst>
              <a:gd name="adj" fmla="val 7622"/>
            </a:avLst>
          </a:prstGeom>
          <a:solidFill>
            <a:srgbClr val="F1F1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407" name="Google Shape;40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104099" cy="654360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9"/>
          <p:cNvSpPr/>
          <p:nvPr/>
        </p:nvSpPr>
        <p:spPr>
          <a:xfrm>
            <a:off x="0" y="0"/>
            <a:ext cx="20104100" cy="6543675"/>
          </a:xfrm>
          <a:custGeom>
            <a:avLst/>
            <a:gdLst/>
            <a:ahLst/>
            <a:cxnLst/>
            <a:rect l="l" t="t" r="r" b="b"/>
            <a:pathLst>
              <a:path w="20104100" h="6543675" extrusionOk="0">
                <a:moveTo>
                  <a:pt x="20104099" y="0"/>
                </a:moveTo>
                <a:lnTo>
                  <a:pt x="0" y="0"/>
                </a:lnTo>
                <a:lnTo>
                  <a:pt x="0" y="6543601"/>
                </a:lnTo>
                <a:lnTo>
                  <a:pt x="20104099" y="654360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A7975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9" name="Google Shape;409;p19"/>
          <p:cNvSpPr txBox="1">
            <a:spLocks noGrp="1"/>
          </p:cNvSpPr>
          <p:nvPr>
            <p:ph type="body" idx="1"/>
          </p:nvPr>
        </p:nvSpPr>
        <p:spPr>
          <a:xfrm>
            <a:off x="1166175" y="7445375"/>
            <a:ext cx="3685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body" idx="2"/>
          </p:nvPr>
        </p:nvSpPr>
        <p:spPr>
          <a:xfrm>
            <a:off x="1166175" y="8003854"/>
            <a:ext cx="36852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1" name="Google Shape;411;p19"/>
          <p:cNvSpPr>
            <a:spLocks noGrp="1"/>
          </p:cNvSpPr>
          <p:nvPr>
            <p:ph type="pic" idx="3"/>
          </p:nvPr>
        </p:nvSpPr>
        <p:spPr>
          <a:xfrm>
            <a:off x="889000" y="3711575"/>
            <a:ext cx="4267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19"/>
          <p:cNvSpPr/>
          <p:nvPr/>
        </p:nvSpPr>
        <p:spPr>
          <a:xfrm>
            <a:off x="2412997" y="5984875"/>
            <a:ext cx="1143000" cy="114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413" name="Google Shape;413;p19"/>
          <p:cNvSpPr txBox="1">
            <a:spLocks noGrp="1"/>
          </p:cNvSpPr>
          <p:nvPr>
            <p:ph type="body" idx="4"/>
          </p:nvPr>
        </p:nvSpPr>
        <p:spPr>
          <a:xfrm>
            <a:off x="5866286" y="7445375"/>
            <a:ext cx="3685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4" name="Google Shape;414;p19"/>
          <p:cNvSpPr txBox="1">
            <a:spLocks noGrp="1"/>
          </p:cNvSpPr>
          <p:nvPr>
            <p:ph type="body" idx="5"/>
          </p:nvPr>
        </p:nvSpPr>
        <p:spPr>
          <a:xfrm>
            <a:off x="5866286" y="8003854"/>
            <a:ext cx="36852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5" name="Google Shape;415;p19"/>
          <p:cNvSpPr>
            <a:spLocks noGrp="1"/>
          </p:cNvSpPr>
          <p:nvPr>
            <p:ph type="pic" idx="6"/>
          </p:nvPr>
        </p:nvSpPr>
        <p:spPr>
          <a:xfrm>
            <a:off x="5575298" y="3711575"/>
            <a:ext cx="4267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19"/>
          <p:cNvSpPr txBox="1">
            <a:spLocks noGrp="1"/>
          </p:cNvSpPr>
          <p:nvPr>
            <p:ph type="body" idx="7"/>
          </p:nvPr>
        </p:nvSpPr>
        <p:spPr>
          <a:xfrm>
            <a:off x="10542427" y="7445375"/>
            <a:ext cx="3685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7" name="Google Shape;417;p19"/>
          <p:cNvSpPr txBox="1">
            <a:spLocks noGrp="1"/>
          </p:cNvSpPr>
          <p:nvPr>
            <p:ph type="body" idx="8"/>
          </p:nvPr>
        </p:nvSpPr>
        <p:spPr>
          <a:xfrm>
            <a:off x="10542427" y="8003854"/>
            <a:ext cx="36852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8" name="Google Shape;418;p19"/>
          <p:cNvSpPr>
            <a:spLocks noGrp="1"/>
          </p:cNvSpPr>
          <p:nvPr>
            <p:ph type="pic" idx="9"/>
          </p:nvPr>
        </p:nvSpPr>
        <p:spPr>
          <a:xfrm>
            <a:off x="10251439" y="3711575"/>
            <a:ext cx="4267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19"/>
          <p:cNvSpPr txBox="1">
            <a:spLocks noGrp="1"/>
          </p:cNvSpPr>
          <p:nvPr>
            <p:ph type="body" idx="13"/>
          </p:nvPr>
        </p:nvSpPr>
        <p:spPr>
          <a:xfrm>
            <a:off x="15225075" y="7445375"/>
            <a:ext cx="3685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0" name="Google Shape;420;p19"/>
          <p:cNvSpPr txBox="1">
            <a:spLocks noGrp="1"/>
          </p:cNvSpPr>
          <p:nvPr>
            <p:ph type="body" idx="14"/>
          </p:nvPr>
        </p:nvSpPr>
        <p:spPr>
          <a:xfrm>
            <a:off x="15225075" y="8003854"/>
            <a:ext cx="36852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1" name="Google Shape;421;p19"/>
          <p:cNvSpPr>
            <a:spLocks noGrp="1"/>
          </p:cNvSpPr>
          <p:nvPr>
            <p:ph type="pic" idx="15"/>
          </p:nvPr>
        </p:nvSpPr>
        <p:spPr>
          <a:xfrm>
            <a:off x="14947900" y="3711575"/>
            <a:ext cx="4267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19"/>
          <p:cNvSpPr/>
          <p:nvPr/>
        </p:nvSpPr>
        <p:spPr>
          <a:xfrm>
            <a:off x="7099298" y="5984875"/>
            <a:ext cx="1143000" cy="114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11781789" y="5984875"/>
            <a:ext cx="1143000" cy="114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16471900" y="5984875"/>
            <a:ext cx="1143000" cy="114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425" name="Google Shape;425;p19"/>
          <p:cNvSpPr txBox="1">
            <a:spLocks noGrp="1"/>
          </p:cNvSpPr>
          <p:nvPr>
            <p:ph type="body" idx="16"/>
          </p:nvPr>
        </p:nvSpPr>
        <p:spPr>
          <a:xfrm>
            <a:off x="682402" y="854075"/>
            <a:ext cx="160782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426" name="Google Shape;426;p19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427" name="Google Shape;427;p19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6" name="Google Shape;436;p19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7" name="Google Shape;437;p19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20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" name="Google Shape;440;p20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1" name="Google Shape;441;p20"/>
          <p:cNvSpPr/>
          <p:nvPr/>
        </p:nvSpPr>
        <p:spPr>
          <a:xfrm>
            <a:off x="11921593" y="6579896"/>
            <a:ext cx="6397450" cy="3235325"/>
          </a:xfrm>
          <a:custGeom>
            <a:avLst/>
            <a:gdLst/>
            <a:ahLst/>
            <a:cxnLst/>
            <a:rect l="l" t="t" r="r" b="b"/>
            <a:pathLst>
              <a:path w="6397625" h="3235325" extrusionOk="0">
                <a:moveTo>
                  <a:pt x="6167089" y="0"/>
                </a:moveTo>
                <a:lnTo>
                  <a:pt x="230359" y="0"/>
                </a:lnTo>
                <a:lnTo>
                  <a:pt x="183931" y="4680"/>
                </a:lnTo>
                <a:lnTo>
                  <a:pt x="140689" y="18103"/>
                </a:lnTo>
                <a:lnTo>
                  <a:pt x="101559" y="39342"/>
                </a:lnTo>
                <a:lnTo>
                  <a:pt x="67467" y="67471"/>
                </a:lnTo>
                <a:lnTo>
                  <a:pt x="39339" y="101564"/>
                </a:lnTo>
                <a:lnTo>
                  <a:pt x="18101" y="140694"/>
                </a:lnTo>
                <a:lnTo>
                  <a:pt x="4679" y="183934"/>
                </a:lnTo>
                <a:lnTo>
                  <a:pt x="0" y="230359"/>
                </a:lnTo>
                <a:lnTo>
                  <a:pt x="0" y="3004735"/>
                </a:lnTo>
                <a:lnTo>
                  <a:pt x="4679" y="3051160"/>
                </a:lnTo>
                <a:lnTo>
                  <a:pt x="18101" y="3094400"/>
                </a:lnTo>
                <a:lnTo>
                  <a:pt x="39339" y="3133530"/>
                </a:lnTo>
                <a:lnTo>
                  <a:pt x="67467" y="3167623"/>
                </a:lnTo>
                <a:lnTo>
                  <a:pt x="101559" y="3195752"/>
                </a:lnTo>
                <a:lnTo>
                  <a:pt x="140689" y="3216992"/>
                </a:lnTo>
                <a:lnTo>
                  <a:pt x="183931" y="3230415"/>
                </a:lnTo>
                <a:lnTo>
                  <a:pt x="230359" y="3235095"/>
                </a:lnTo>
                <a:lnTo>
                  <a:pt x="6167089" y="3235095"/>
                </a:lnTo>
                <a:lnTo>
                  <a:pt x="6213514" y="3230415"/>
                </a:lnTo>
                <a:lnTo>
                  <a:pt x="6256754" y="3216992"/>
                </a:lnTo>
                <a:lnTo>
                  <a:pt x="6295884" y="3195752"/>
                </a:lnTo>
                <a:lnTo>
                  <a:pt x="6329977" y="3167623"/>
                </a:lnTo>
                <a:lnTo>
                  <a:pt x="6358106" y="3133530"/>
                </a:lnTo>
                <a:lnTo>
                  <a:pt x="6379346" y="3094400"/>
                </a:lnTo>
                <a:lnTo>
                  <a:pt x="6392768" y="3051160"/>
                </a:lnTo>
                <a:lnTo>
                  <a:pt x="6397449" y="3004735"/>
                </a:lnTo>
                <a:lnTo>
                  <a:pt x="6397449" y="230359"/>
                </a:lnTo>
                <a:lnTo>
                  <a:pt x="6392768" y="183934"/>
                </a:lnTo>
                <a:lnTo>
                  <a:pt x="6379346" y="140694"/>
                </a:lnTo>
                <a:lnTo>
                  <a:pt x="6358106" y="101564"/>
                </a:lnTo>
                <a:lnTo>
                  <a:pt x="6329977" y="67471"/>
                </a:lnTo>
                <a:lnTo>
                  <a:pt x="6295884" y="39342"/>
                </a:lnTo>
                <a:lnTo>
                  <a:pt x="6256754" y="18103"/>
                </a:lnTo>
                <a:lnTo>
                  <a:pt x="6213514" y="4680"/>
                </a:lnTo>
                <a:lnTo>
                  <a:pt x="61670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2" name="Google Shape;442;p20"/>
          <p:cNvSpPr/>
          <p:nvPr/>
        </p:nvSpPr>
        <p:spPr>
          <a:xfrm>
            <a:off x="8317781" y="6579895"/>
            <a:ext cx="3235325" cy="3235325"/>
          </a:xfrm>
          <a:custGeom>
            <a:avLst/>
            <a:gdLst/>
            <a:ahLst/>
            <a:cxnLst/>
            <a:rect l="l" t="t" r="r" b="b"/>
            <a:pathLst>
              <a:path w="3235325" h="3235325" extrusionOk="0">
                <a:moveTo>
                  <a:pt x="3004735" y="0"/>
                </a:moveTo>
                <a:lnTo>
                  <a:pt x="230359" y="0"/>
                </a:lnTo>
                <a:lnTo>
                  <a:pt x="183934" y="4680"/>
                </a:lnTo>
                <a:lnTo>
                  <a:pt x="140694" y="18103"/>
                </a:lnTo>
                <a:lnTo>
                  <a:pt x="101564" y="39342"/>
                </a:lnTo>
                <a:lnTo>
                  <a:pt x="67471" y="67471"/>
                </a:lnTo>
                <a:lnTo>
                  <a:pt x="39342" y="101564"/>
                </a:lnTo>
                <a:lnTo>
                  <a:pt x="18103" y="140694"/>
                </a:lnTo>
                <a:lnTo>
                  <a:pt x="4680" y="183934"/>
                </a:lnTo>
                <a:lnTo>
                  <a:pt x="0" y="230359"/>
                </a:lnTo>
                <a:lnTo>
                  <a:pt x="0" y="3004735"/>
                </a:lnTo>
                <a:lnTo>
                  <a:pt x="4680" y="3051160"/>
                </a:lnTo>
                <a:lnTo>
                  <a:pt x="18103" y="3094400"/>
                </a:lnTo>
                <a:lnTo>
                  <a:pt x="39342" y="3133530"/>
                </a:lnTo>
                <a:lnTo>
                  <a:pt x="67471" y="3167623"/>
                </a:lnTo>
                <a:lnTo>
                  <a:pt x="101564" y="3195752"/>
                </a:lnTo>
                <a:lnTo>
                  <a:pt x="140694" y="3216992"/>
                </a:lnTo>
                <a:lnTo>
                  <a:pt x="183934" y="3230415"/>
                </a:lnTo>
                <a:lnTo>
                  <a:pt x="230359" y="3235095"/>
                </a:lnTo>
                <a:lnTo>
                  <a:pt x="3004735" y="3235095"/>
                </a:lnTo>
                <a:lnTo>
                  <a:pt x="3051160" y="3230415"/>
                </a:lnTo>
                <a:lnTo>
                  <a:pt x="3094400" y="3216992"/>
                </a:lnTo>
                <a:lnTo>
                  <a:pt x="3133530" y="3195752"/>
                </a:lnTo>
                <a:lnTo>
                  <a:pt x="3167623" y="3167623"/>
                </a:lnTo>
                <a:lnTo>
                  <a:pt x="3195752" y="3133530"/>
                </a:lnTo>
                <a:lnTo>
                  <a:pt x="3216992" y="3094400"/>
                </a:lnTo>
                <a:lnTo>
                  <a:pt x="3230415" y="3051160"/>
                </a:lnTo>
                <a:lnTo>
                  <a:pt x="3235095" y="3004735"/>
                </a:lnTo>
                <a:lnTo>
                  <a:pt x="3235095" y="230359"/>
                </a:lnTo>
                <a:lnTo>
                  <a:pt x="3230415" y="183934"/>
                </a:lnTo>
                <a:lnTo>
                  <a:pt x="3216992" y="140694"/>
                </a:lnTo>
                <a:lnTo>
                  <a:pt x="3195752" y="101564"/>
                </a:lnTo>
                <a:lnTo>
                  <a:pt x="3167623" y="67471"/>
                </a:lnTo>
                <a:lnTo>
                  <a:pt x="3133530" y="39342"/>
                </a:lnTo>
                <a:lnTo>
                  <a:pt x="3094400" y="18103"/>
                </a:lnTo>
                <a:lnTo>
                  <a:pt x="3051160" y="4680"/>
                </a:lnTo>
                <a:lnTo>
                  <a:pt x="3004735" y="0"/>
                </a:lnTo>
                <a:close/>
              </a:path>
            </a:pathLst>
          </a:custGeom>
          <a:solidFill>
            <a:srgbClr val="FF8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3" name="Google Shape;443;p20"/>
          <p:cNvSpPr>
            <a:spLocks noGrp="1"/>
          </p:cNvSpPr>
          <p:nvPr>
            <p:ph type="pic" idx="2"/>
          </p:nvPr>
        </p:nvSpPr>
        <p:spPr>
          <a:xfrm>
            <a:off x="8319369" y="1526257"/>
            <a:ext cx="9999674" cy="4653732"/>
          </a:xfrm>
          <a:prstGeom prst="roundRect">
            <a:avLst>
              <a:gd name="adj" fmla="val 4941"/>
            </a:avLst>
          </a:prstGeom>
          <a:noFill/>
          <a:ln>
            <a:noFill/>
          </a:ln>
        </p:spPr>
      </p:sp>
      <p:sp>
        <p:nvSpPr>
          <p:cNvPr id="444" name="Google Shape;444;p20"/>
          <p:cNvSpPr txBox="1">
            <a:spLocks noGrp="1"/>
          </p:cNvSpPr>
          <p:nvPr>
            <p:ph type="body" idx="1"/>
          </p:nvPr>
        </p:nvSpPr>
        <p:spPr>
          <a:xfrm>
            <a:off x="8754343" y="7528143"/>
            <a:ext cx="2362200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5" name="Google Shape;445;p20"/>
          <p:cNvSpPr txBox="1">
            <a:spLocks noGrp="1"/>
          </p:cNvSpPr>
          <p:nvPr>
            <p:ph type="body" idx="3"/>
          </p:nvPr>
        </p:nvSpPr>
        <p:spPr>
          <a:xfrm>
            <a:off x="12283586" y="7483475"/>
            <a:ext cx="533127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6" name="Google Shape;446;p20"/>
          <p:cNvSpPr txBox="1">
            <a:spLocks noGrp="1"/>
          </p:cNvSpPr>
          <p:nvPr>
            <p:ph type="body" idx="4"/>
          </p:nvPr>
        </p:nvSpPr>
        <p:spPr>
          <a:xfrm>
            <a:off x="12283586" y="8041954"/>
            <a:ext cx="5331273" cy="69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7" name="Google Shape;447;p20"/>
          <p:cNvSpPr txBox="1">
            <a:spLocks noGrp="1"/>
          </p:cNvSpPr>
          <p:nvPr>
            <p:ph type="body" idx="5"/>
          </p:nvPr>
        </p:nvSpPr>
        <p:spPr>
          <a:xfrm>
            <a:off x="1081241" y="2798294"/>
            <a:ext cx="6705600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8" name="Google Shape;448;p20"/>
          <p:cNvSpPr txBox="1">
            <a:spLocks noGrp="1"/>
          </p:cNvSpPr>
          <p:nvPr>
            <p:ph type="body" idx="6"/>
          </p:nvPr>
        </p:nvSpPr>
        <p:spPr>
          <a:xfrm>
            <a:off x="1081241" y="7123579"/>
            <a:ext cx="67056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9" name="Google Shape;449;p20"/>
          <p:cNvSpPr/>
          <p:nvPr/>
        </p:nvSpPr>
        <p:spPr>
          <a:xfrm>
            <a:off x="-4" y="15"/>
            <a:ext cx="1503045" cy="1976755"/>
          </a:xfrm>
          <a:custGeom>
            <a:avLst/>
            <a:gdLst/>
            <a:ahLst/>
            <a:cxnLst/>
            <a:rect l="l" t="t" r="r" b="b"/>
            <a:pathLst>
              <a:path w="1503045" h="1976755" extrusionOk="0">
                <a:moveTo>
                  <a:pt x="1365738" y="0"/>
                </a:moveTo>
                <a:lnTo>
                  <a:pt x="0" y="0"/>
                </a:lnTo>
                <a:lnTo>
                  <a:pt x="0" y="1976599"/>
                </a:lnTo>
                <a:lnTo>
                  <a:pt x="941165" y="1467714"/>
                </a:lnTo>
                <a:lnTo>
                  <a:pt x="982656" y="1444092"/>
                </a:lnTo>
                <a:lnTo>
                  <a:pt x="1022698" y="1418912"/>
                </a:lnTo>
                <a:lnTo>
                  <a:pt x="1061273" y="1392235"/>
                </a:lnTo>
                <a:lnTo>
                  <a:pt x="1098362" y="1364118"/>
                </a:lnTo>
                <a:lnTo>
                  <a:pt x="1133949" y="1334622"/>
                </a:lnTo>
                <a:lnTo>
                  <a:pt x="1168016" y="1303804"/>
                </a:lnTo>
                <a:lnTo>
                  <a:pt x="1200544" y="1271725"/>
                </a:lnTo>
                <a:lnTo>
                  <a:pt x="1231517" y="1238443"/>
                </a:lnTo>
                <a:lnTo>
                  <a:pt x="1260918" y="1204017"/>
                </a:lnTo>
                <a:lnTo>
                  <a:pt x="1288727" y="1168507"/>
                </a:lnTo>
                <a:lnTo>
                  <a:pt x="1314929" y="1131970"/>
                </a:lnTo>
                <a:lnTo>
                  <a:pt x="1339504" y="1094467"/>
                </a:lnTo>
                <a:lnTo>
                  <a:pt x="1362436" y="1056057"/>
                </a:lnTo>
                <a:lnTo>
                  <a:pt x="1383708" y="1016797"/>
                </a:lnTo>
                <a:lnTo>
                  <a:pt x="1403301" y="976748"/>
                </a:lnTo>
                <a:lnTo>
                  <a:pt x="1421197" y="935969"/>
                </a:lnTo>
                <a:lnTo>
                  <a:pt x="1437380" y="894518"/>
                </a:lnTo>
                <a:lnTo>
                  <a:pt x="1451832" y="852454"/>
                </a:lnTo>
                <a:lnTo>
                  <a:pt x="1464534" y="809837"/>
                </a:lnTo>
                <a:lnTo>
                  <a:pt x="1475471" y="766726"/>
                </a:lnTo>
                <a:lnTo>
                  <a:pt x="1484623" y="723179"/>
                </a:lnTo>
                <a:lnTo>
                  <a:pt x="1491973" y="679255"/>
                </a:lnTo>
                <a:lnTo>
                  <a:pt x="1497505" y="635015"/>
                </a:lnTo>
                <a:lnTo>
                  <a:pt x="1501199" y="590516"/>
                </a:lnTo>
                <a:lnTo>
                  <a:pt x="1503039" y="545817"/>
                </a:lnTo>
                <a:lnTo>
                  <a:pt x="1503007" y="500979"/>
                </a:lnTo>
                <a:lnTo>
                  <a:pt x="1501085" y="456059"/>
                </a:lnTo>
                <a:lnTo>
                  <a:pt x="1497257" y="411117"/>
                </a:lnTo>
                <a:lnTo>
                  <a:pt x="1491503" y="366212"/>
                </a:lnTo>
                <a:lnTo>
                  <a:pt x="1483807" y="321403"/>
                </a:lnTo>
                <a:lnTo>
                  <a:pt x="1474151" y="276748"/>
                </a:lnTo>
                <a:lnTo>
                  <a:pt x="1462518" y="232308"/>
                </a:lnTo>
                <a:lnTo>
                  <a:pt x="1448890" y="188141"/>
                </a:lnTo>
                <a:lnTo>
                  <a:pt x="1433248" y="144305"/>
                </a:lnTo>
                <a:lnTo>
                  <a:pt x="1415577" y="100861"/>
                </a:lnTo>
                <a:lnTo>
                  <a:pt x="1395858" y="57866"/>
                </a:lnTo>
                <a:lnTo>
                  <a:pt x="1374073" y="15381"/>
                </a:lnTo>
                <a:lnTo>
                  <a:pt x="1365738" y="0"/>
                </a:lnTo>
                <a:close/>
              </a:path>
            </a:pathLst>
          </a:custGeom>
          <a:solidFill>
            <a:srgbClr val="FF8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50" name="Google Shape;450;p20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451" name="Google Shape;451;p20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60" name="Google Shape;460;p20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3" name="Google Shape;463;p21"/>
          <p:cNvSpPr txBox="1">
            <a:spLocks noGrp="1"/>
          </p:cNvSpPr>
          <p:nvPr>
            <p:ph type="body" idx="1"/>
          </p:nvPr>
        </p:nvSpPr>
        <p:spPr>
          <a:xfrm>
            <a:off x="682401" y="854075"/>
            <a:ext cx="18727361" cy="210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5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4" name="Google Shape;464;p21"/>
          <p:cNvSpPr txBox="1">
            <a:spLocks noGrp="1"/>
          </p:cNvSpPr>
          <p:nvPr>
            <p:ph type="body" idx="2"/>
          </p:nvPr>
        </p:nvSpPr>
        <p:spPr>
          <a:xfrm>
            <a:off x="682400" y="6054725"/>
            <a:ext cx="8518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5" name="Google Shape;465;p21"/>
          <p:cNvSpPr txBox="1">
            <a:spLocks noGrp="1"/>
          </p:cNvSpPr>
          <p:nvPr>
            <p:ph type="body" idx="3"/>
          </p:nvPr>
        </p:nvSpPr>
        <p:spPr>
          <a:xfrm>
            <a:off x="682400" y="6613204"/>
            <a:ext cx="8518750" cy="69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6" name="Google Shape;466;p21"/>
          <p:cNvSpPr txBox="1">
            <a:spLocks noGrp="1"/>
          </p:cNvSpPr>
          <p:nvPr>
            <p:ph type="body" idx="4"/>
          </p:nvPr>
        </p:nvSpPr>
        <p:spPr>
          <a:xfrm>
            <a:off x="682400" y="7883525"/>
            <a:ext cx="8518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7" name="Google Shape;467;p21"/>
          <p:cNvSpPr txBox="1">
            <a:spLocks noGrp="1"/>
          </p:cNvSpPr>
          <p:nvPr>
            <p:ph type="body" idx="5"/>
          </p:nvPr>
        </p:nvSpPr>
        <p:spPr>
          <a:xfrm>
            <a:off x="682400" y="8442004"/>
            <a:ext cx="8518750" cy="69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8" name="Google Shape;468;p21"/>
          <p:cNvSpPr txBox="1">
            <a:spLocks noGrp="1"/>
          </p:cNvSpPr>
          <p:nvPr>
            <p:ph type="body" idx="6"/>
          </p:nvPr>
        </p:nvSpPr>
        <p:spPr>
          <a:xfrm>
            <a:off x="10891010" y="6054725"/>
            <a:ext cx="8518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69" name="Google Shape;469;p21"/>
          <p:cNvSpPr txBox="1">
            <a:spLocks noGrp="1"/>
          </p:cNvSpPr>
          <p:nvPr>
            <p:ph type="body" idx="7"/>
          </p:nvPr>
        </p:nvSpPr>
        <p:spPr>
          <a:xfrm>
            <a:off x="10891010" y="6613204"/>
            <a:ext cx="8518750" cy="69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0" name="Google Shape;470;p21"/>
          <p:cNvSpPr txBox="1">
            <a:spLocks noGrp="1"/>
          </p:cNvSpPr>
          <p:nvPr>
            <p:ph type="body" idx="8"/>
          </p:nvPr>
        </p:nvSpPr>
        <p:spPr>
          <a:xfrm>
            <a:off x="10891010" y="7883525"/>
            <a:ext cx="8518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1" name="Google Shape;471;p21"/>
          <p:cNvSpPr txBox="1">
            <a:spLocks noGrp="1"/>
          </p:cNvSpPr>
          <p:nvPr>
            <p:ph type="body" idx="9"/>
          </p:nvPr>
        </p:nvSpPr>
        <p:spPr>
          <a:xfrm>
            <a:off x="10891010" y="8442004"/>
            <a:ext cx="8518750" cy="69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2" name="Google Shape;472;p21"/>
          <p:cNvSpPr txBox="1">
            <a:spLocks noGrp="1"/>
          </p:cNvSpPr>
          <p:nvPr>
            <p:ph type="body" idx="13"/>
          </p:nvPr>
        </p:nvSpPr>
        <p:spPr>
          <a:xfrm>
            <a:off x="682401" y="3292475"/>
            <a:ext cx="18727359" cy="179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473" name="Google Shape;473;p21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474" name="Google Shape;474;p21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3" name="Google Shape;483;p21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4" name="Google Shape;484;p21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7" name="Google Shape;487;p22"/>
          <p:cNvSpPr/>
          <p:nvPr/>
        </p:nvSpPr>
        <p:spPr>
          <a:xfrm>
            <a:off x="0" y="0"/>
            <a:ext cx="13857605" cy="5648960"/>
          </a:xfrm>
          <a:custGeom>
            <a:avLst/>
            <a:gdLst/>
            <a:ahLst/>
            <a:cxnLst/>
            <a:rect l="l" t="t" r="r" b="b"/>
            <a:pathLst>
              <a:path w="13857605" h="5648960" extrusionOk="0">
                <a:moveTo>
                  <a:pt x="13857232" y="0"/>
                </a:moveTo>
                <a:lnTo>
                  <a:pt x="0" y="0"/>
                </a:lnTo>
                <a:lnTo>
                  <a:pt x="0" y="5648791"/>
                </a:lnTo>
                <a:lnTo>
                  <a:pt x="13857232" y="5648791"/>
                </a:lnTo>
                <a:lnTo>
                  <a:pt x="13857232" y="0"/>
                </a:lnTo>
                <a:close/>
              </a:path>
            </a:pathLst>
          </a:custGeom>
          <a:solidFill>
            <a:srgbClr val="FF8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8" name="Google Shape;488;p22"/>
          <p:cNvSpPr>
            <a:spLocks noGrp="1"/>
          </p:cNvSpPr>
          <p:nvPr>
            <p:ph type="pic" idx="2"/>
          </p:nvPr>
        </p:nvSpPr>
        <p:spPr>
          <a:xfrm>
            <a:off x="10751327" y="1425590"/>
            <a:ext cx="8327086" cy="7658085"/>
          </a:xfrm>
          <a:prstGeom prst="roundRect">
            <a:avLst>
              <a:gd name="adj" fmla="val 4978"/>
            </a:avLst>
          </a:prstGeom>
          <a:noFill/>
          <a:ln>
            <a:noFill/>
          </a:ln>
        </p:spPr>
      </p:sp>
      <p:sp>
        <p:nvSpPr>
          <p:cNvPr id="489" name="Google Shape;489;p22"/>
          <p:cNvSpPr txBox="1">
            <a:spLocks noGrp="1"/>
          </p:cNvSpPr>
          <p:nvPr>
            <p:ph type="body" idx="1"/>
          </p:nvPr>
        </p:nvSpPr>
        <p:spPr>
          <a:xfrm>
            <a:off x="831850" y="854075"/>
            <a:ext cx="792775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0" name="Google Shape;490;p22"/>
          <p:cNvSpPr txBox="1">
            <a:spLocks noGrp="1"/>
          </p:cNvSpPr>
          <p:nvPr>
            <p:ph type="body" idx="3"/>
          </p:nvPr>
        </p:nvSpPr>
        <p:spPr>
          <a:xfrm>
            <a:off x="831850" y="3063875"/>
            <a:ext cx="792775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831850" y="6188075"/>
            <a:ext cx="644363" cy="644363"/>
          </a:xfrm>
          <a:prstGeom prst="ellipse">
            <a:avLst/>
          </a:prstGeom>
          <a:solidFill>
            <a:srgbClr val="0A797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831850" y="8210712"/>
            <a:ext cx="644363" cy="644363"/>
          </a:xfrm>
          <a:prstGeom prst="ellipse">
            <a:avLst/>
          </a:prstGeom>
          <a:solidFill>
            <a:srgbClr val="0A797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493" name="Google Shape;493;p22"/>
          <p:cNvSpPr txBox="1">
            <a:spLocks noGrp="1"/>
          </p:cNvSpPr>
          <p:nvPr>
            <p:ph type="body" idx="4"/>
          </p:nvPr>
        </p:nvSpPr>
        <p:spPr>
          <a:xfrm>
            <a:off x="1602403" y="6294813"/>
            <a:ext cx="8362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4" name="Google Shape;494;p22"/>
          <p:cNvSpPr txBox="1">
            <a:spLocks noGrp="1"/>
          </p:cNvSpPr>
          <p:nvPr>
            <p:ph type="body" idx="5"/>
          </p:nvPr>
        </p:nvSpPr>
        <p:spPr>
          <a:xfrm>
            <a:off x="1602403" y="6844684"/>
            <a:ext cx="8362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5" name="Google Shape;495;p22"/>
          <p:cNvSpPr txBox="1">
            <a:spLocks noGrp="1"/>
          </p:cNvSpPr>
          <p:nvPr>
            <p:ph type="body" idx="6"/>
          </p:nvPr>
        </p:nvSpPr>
        <p:spPr>
          <a:xfrm>
            <a:off x="1602403" y="8288778"/>
            <a:ext cx="8362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22"/>
          <p:cNvSpPr txBox="1">
            <a:spLocks noGrp="1"/>
          </p:cNvSpPr>
          <p:nvPr>
            <p:ph type="body" idx="7"/>
          </p:nvPr>
        </p:nvSpPr>
        <p:spPr>
          <a:xfrm>
            <a:off x="1601950" y="8823807"/>
            <a:ext cx="8362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497" name="Google Shape;497;p22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498" name="Google Shape;498;p22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9" name="Google Shape;499;p22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0" name="Google Shape;500;p22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1" name="Google Shape;501;p22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2" name="Google Shape;502;p22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3" name="Google Shape;503;p22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4" name="Google Shape;504;p22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6" name="Google Shape;506;p22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07" name="Google Shape;507;p22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8" name="Google Shape;508;p22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3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1" name="Google Shape;511;p23"/>
          <p:cNvSpPr txBox="1">
            <a:spLocks noGrp="1"/>
          </p:cNvSpPr>
          <p:nvPr>
            <p:ph type="body" idx="1"/>
          </p:nvPr>
        </p:nvSpPr>
        <p:spPr>
          <a:xfrm>
            <a:off x="1025693" y="5120131"/>
            <a:ext cx="711596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2" name="Google Shape;512;p23"/>
          <p:cNvSpPr/>
          <p:nvPr/>
        </p:nvSpPr>
        <p:spPr>
          <a:xfrm rot="5400000">
            <a:off x="2816115" y="5799650"/>
            <a:ext cx="1175139" cy="475598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A79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1025694" y="7590071"/>
            <a:ext cx="4789170" cy="1177925"/>
          </a:xfrm>
          <a:custGeom>
            <a:avLst/>
            <a:gdLst/>
            <a:ahLst/>
            <a:cxnLst/>
            <a:rect l="l" t="t" r="r" b="b"/>
            <a:pathLst>
              <a:path w="4789170" h="1177925" extrusionOk="0">
                <a:moveTo>
                  <a:pt x="4557369" y="0"/>
                </a:moveTo>
                <a:lnTo>
                  <a:pt x="146" y="0"/>
                </a:lnTo>
                <a:lnTo>
                  <a:pt x="0" y="324"/>
                </a:lnTo>
                <a:lnTo>
                  <a:pt x="0" y="1177241"/>
                </a:lnTo>
                <a:lnTo>
                  <a:pt x="324" y="1177388"/>
                </a:lnTo>
                <a:lnTo>
                  <a:pt x="4557369" y="1177388"/>
                </a:lnTo>
                <a:lnTo>
                  <a:pt x="4604019" y="1172685"/>
                </a:lnTo>
                <a:lnTo>
                  <a:pt x="4647469" y="1159198"/>
                </a:lnTo>
                <a:lnTo>
                  <a:pt x="4686790" y="1137856"/>
                </a:lnTo>
                <a:lnTo>
                  <a:pt x="4721048" y="1109591"/>
                </a:lnTo>
                <a:lnTo>
                  <a:pt x="4749314" y="1075333"/>
                </a:lnTo>
                <a:lnTo>
                  <a:pt x="4770657" y="1036013"/>
                </a:lnTo>
                <a:lnTo>
                  <a:pt x="4784145" y="992561"/>
                </a:lnTo>
                <a:lnTo>
                  <a:pt x="4788848" y="945908"/>
                </a:lnTo>
                <a:lnTo>
                  <a:pt x="4788848" y="231479"/>
                </a:lnTo>
                <a:lnTo>
                  <a:pt x="4784145" y="184829"/>
                </a:lnTo>
                <a:lnTo>
                  <a:pt x="4770657" y="141379"/>
                </a:lnTo>
                <a:lnTo>
                  <a:pt x="4749314" y="102058"/>
                </a:lnTo>
                <a:lnTo>
                  <a:pt x="4721048" y="67800"/>
                </a:lnTo>
                <a:lnTo>
                  <a:pt x="4686790" y="39534"/>
                </a:lnTo>
                <a:lnTo>
                  <a:pt x="4647469" y="18191"/>
                </a:lnTo>
                <a:lnTo>
                  <a:pt x="4604019" y="4703"/>
                </a:lnTo>
                <a:lnTo>
                  <a:pt x="4557369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4" name="Google Shape;514;p23"/>
          <p:cNvSpPr txBox="1">
            <a:spLocks noGrp="1"/>
          </p:cNvSpPr>
          <p:nvPr>
            <p:ph type="body" idx="2"/>
          </p:nvPr>
        </p:nvSpPr>
        <p:spPr>
          <a:xfrm>
            <a:off x="1289050" y="7886646"/>
            <a:ext cx="4267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5" name="Google Shape;515;p23"/>
          <p:cNvSpPr txBox="1">
            <a:spLocks noGrp="1"/>
          </p:cNvSpPr>
          <p:nvPr>
            <p:ph type="body" idx="3"/>
          </p:nvPr>
        </p:nvSpPr>
        <p:spPr>
          <a:xfrm>
            <a:off x="1025693" y="8897417"/>
            <a:ext cx="711596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6" name="Google Shape;516;p23"/>
          <p:cNvSpPr txBox="1">
            <a:spLocks noGrp="1"/>
          </p:cNvSpPr>
          <p:nvPr>
            <p:ph type="body" idx="4"/>
          </p:nvPr>
        </p:nvSpPr>
        <p:spPr>
          <a:xfrm>
            <a:off x="973784" y="830668"/>
            <a:ext cx="7167877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4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7" name="Google Shape;517;p23"/>
          <p:cNvSpPr txBox="1">
            <a:spLocks noGrp="1"/>
          </p:cNvSpPr>
          <p:nvPr>
            <p:ph type="body" idx="5"/>
          </p:nvPr>
        </p:nvSpPr>
        <p:spPr>
          <a:xfrm>
            <a:off x="1025693" y="2422028"/>
            <a:ext cx="711596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8" name="Google Shape;518;p23"/>
          <p:cNvSpPr>
            <a:spLocks noGrp="1"/>
          </p:cNvSpPr>
          <p:nvPr>
            <p:ph type="pic" idx="6"/>
          </p:nvPr>
        </p:nvSpPr>
        <p:spPr>
          <a:xfrm>
            <a:off x="8682038" y="1025525"/>
            <a:ext cx="4170362" cy="9256713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23"/>
          <p:cNvSpPr/>
          <p:nvPr/>
        </p:nvSpPr>
        <p:spPr>
          <a:xfrm>
            <a:off x="13322552" y="1025525"/>
            <a:ext cx="1130935" cy="1130935"/>
          </a:xfrm>
          <a:prstGeom prst="roundRect">
            <a:avLst>
              <a:gd name="adj" fmla="val 8245"/>
            </a:avLst>
          </a:pr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0" name="Google Shape;520;p23"/>
          <p:cNvSpPr txBox="1">
            <a:spLocks noGrp="1"/>
          </p:cNvSpPr>
          <p:nvPr>
            <p:ph type="body" idx="7"/>
          </p:nvPr>
        </p:nvSpPr>
        <p:spPr>
          <a:xfrm>
            <a:off x="14660618" y="1025525"/>
            <a:ext cx="43135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1" name="Google Shape;521;p23"/>
          <p:cNvSpPr txBox="1">
            <a:spLocks noGrp="1"/>
          </p:cNvSpPr>
          <p:nvPr>
            <p:ph type="body" idx="8"/>
          </p:nvPr>
        </p:nvSpPr>
        <p:spPr>
          <a:xfrm>
            <a:off x="14660618" y="1584004"/>
            <a:ext cx="43135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13322552" y="3380232"/>
            <a:ext cx="1130935" cy="1130935"/>
          </a:xfrm>
          <a:prstGeom prst="roundRect">
            <a:avLst>
              <a:gd name="adj" fmla="val 8245"/>
            </a:avLst>
          </a:pr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3" name="Google Shape;523;p23"/>
          <p:cNvSpPr txBox="1">
            <a:spLocks noGrp="1"/>
          </p:cNvSpPr>
          <p:nvPr>
            <p:ph type="body" idx="9"/>
          </p:nvPr>
        </p:nvSpPr>
        <p:spPr>
          <a:xfrm>
            <a:off x="14660618" y="3416684"/>
            <a:ext cx="43135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4" name="Google Shape;524;p23"/>
          <p:cNvSpPr txBox="1">
            <a:spLocks noGrp="1"/>
          </p:cNvSpPr>
          <p:nvPr>
            <p:ph type="body" idx="13"/>
          </p:nvPr>
        </p:nvSpPr>
        <p:spPr>
          <a:xfrm>
            <a:off x="14660618" y="3971926"/>
            <a:ext cx="43135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13322552" y="5734939"/>
            <a:ext cx="1130935" cy="1130935"/>
          </a:xfrm>
          <a:prstGeom prst="roundRect">
            <a:avLst>
              <a:gd name="adj" fmla="val 8245"/>
            </a:avLst>
          </a:pr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6" name="Google Shape;526;p23"/>
          <p:cNvSpPr txBox="1">
            <a:spLocks noGrp="1"/>
          </p:cNvSpPr>
          <p:nvPr>
            <p:ph type="body" idx="14"/>
          </p:nvPr>
        </p:nvSpPr>
        <p:spPr>
          <a:xfrm>
            <a:off x="14660618" y="5742941"/>
            <a:ext cx="43135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7" name="Google Shape;527;p23"/>
          <p:cNvSpPr txBox="1">
            <a:spLocks noGrp="1"/>
          </p:cNvSpPr>
          <p:nvPr>
            <p:ph type="body" idx="15"/>
          </p:nvPr>
        </p:nvSpPr>
        <p:spPr>
          <a:xfrm>
            <a:off x="14660618" y="6301420"/>
            <a:ext cx="43135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13322552" y="8089647"/>
            <a:ext cx="1130935" cy="1130935"/>
          </a:xfrm>
          <a:prstGeom prst="roundRect">
            <a:avLst>
              <a:gd name="adj" fmla="val 8245"/>
            </a:avLst>
          </a:pr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9" name="Google Shape;529;p23"/>
          <p:cNvSpPr txBox="1">
            <a:spLocks noGrp="1"/>
          </p:cNvSpPr>
          <p:nvPr>
            <p:ph type="body" idx="16"/>
          </p:nvPr>
        </p:nvSpPr>
        <p:spPr>
          <a:xfrm>
            <a:off x="14660618" y="8089647"/>
            <a:ext cx="43135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23"/>
          <p:cNvSpPr txBox="1">
            <a:spLocks noGrp="1"/>
          </p:cNvSpPr>
          <p:nvPr>
            <p:ph type="body" idx="17"/>
          </p:nvPr>
        </p:nvSpPr>
        <p:spPr>
          <a:xfrm>
            <a:off x="14660618" y="8655114"/>
            <a:ext cx="43135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23"/>
          <p:cNvSpPr/>
          <p:nvPr/>
        </p:nvSpPr>
        <p:spPr>
          <a:xfrm rot="5400000">
            <a:off x="2816115" y="2003498"/>
            <a:ext cx="1175139" cy="475598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A79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1025694" y="3793919"/>
            <a:ext cx="4789170" cy="1177925"/>
          </a:xfrm>
          <a:custGeom>
            <a:avLst/>
            <a:gdLst/>
            <a:ahLst/>
            <a:cxnLst/>
            <a:rect l="l" t="t" r="r" b="b"/>
            <a:pathLst>
              <a:path w="4789170" h="1177925" extrusionOk="0">
                <a:moveTo>
                  <a:pt x="4557369" y="0"/>
                </a:moveTo>
                <a:lnTo>
                  <a:pt x="146" y="0"/>
                </a:lnTo>
                <a:lnTo>
                  <a:pt x="0" y="324"/>
                </a:lnTo>
                <a:lnTo>
                  <a:pt x="0" y="1177241"/>
                </a:lnTo>
                <a:lnTo>
                  <a:pt x="324" y="1177388"/>
                </a:lnTo>
                <a:lnTo>
                  <a:pt x="4557369" y="1177388"/>
                </a:lnTo>
                <a:lnTo>
                  <a:pt x="4604019" y="1172685"/>
                </a:lnTo>
                <a:lnTo>
                  <a:pt x="4647469" y="1159198"/>
                </a:lnTo>
                <a:lnTo>
                  <a:pt x="4686790" y="1137856"/>
                </a:lnTo>
                <a:lnTo>
                  <a:pt x="4721048" y="1109591"/>
                </a:lnTo>
                <a:lnTo>
                  <a:pt x="4749314" y="1075333"/>
                </a:lnTo>
                <a:lnTo>
                  <a:pt x="4770657" y="1036013"/>
                </a:lnTo>
                <a:lnTo>
                  <a:pt x="4784145" y="992561"/>
                </a:lnTo>
                <a:lnTo>
                  <a:pt x="4788848" y="945908"/>
                </a:lnTo>
                <a:lnTo>
                  <a:pt x="4788848" y="231479"/>
                </a:lnTo>
                <a:lnTo>
                  <a:pt x="4784145" y="184829"/>
                </a:lnTo>
                <a:lnTo>
                  <a:pt x="4770657" y="141379"/>
                </a:lnTo>
                <a:lnTo>
                  <a:pt x="4749314" y="102058"/>
                </a:lnTo>
                <a:lnTo>
                  <a:pt x="4721048" y="67800"/>
                </a:lnTo>
                <a:lnTo>
                  <a:pt x="4686790" y="39534"/>
                </a:lnTo>
                <a:lnTo>
                  <a:pt x="4647469" y="18191"/>
                </a:lnTo>
                <a:lnTo>
                  <a:pt x="4604019" y="4703"/>
                </a:lnTo>
                <a:lnTo>
                  <a:pt x="4557369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3" name="Google Shape;533;p23"/>
          <p:cNvSpPr txBox="1">
            <a:spLocks noGrp="1"/>
          </p:cNvSpPr>
          <p:nvPr>
            <p:ph type="body" idx="18"/>
          </p:nvPr>
        </p:nvSpPr>
        <p:spPr>
          <a:xfrm>
            <a:off x="1289050" y="4090494"/>
            <a:ext cx="4267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Arial"/>
              <a:buChar char="•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Noto Sans Symbols"/>
              <a:buChar char="▪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69900" algn="l" rtl="0">
              <a:spcBef>
                <a:spcPts val="600"/>
              </a:spcBef>
              <a:spcAft>
                <a:spcPts val="0"/>
              </a:spcAft>
              <a:buSzPts val="3800"/>
              <a:buFont typeface="Courier New"/>
              <a:buChar char="o"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800" b="1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534" name="Google Shape;534;p23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535" name="Google Shape;535;p23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44" name="Google Shape;544;p23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45" name="Google Shape;545;p23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4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48" name="Google Shape;548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104099" cy="3859662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4"/>
          <p:cNvSpPr/>
          <p:nvPr/>
        </p:nvSpPr>
        <p:spPr>
          <a:xfrm>
            <a:off x="0" y="0"/>
            <a:ext cx="20104100" cy="3859662"/>
          </a:xfrm>
          <a:custGeom>
            <a:avLst/>
            <a:gdLst/>
            <a:ahLst/>
            <a:cxnLst/>
            <a:rect l="l" t="t" r="r" b="b"/>
            <a:pathLst>
              <a:path w="20104100" h="3938904" extrusionOk="0">
                <a:moveTo>
                  <a:pt x="20104099" y="0"/>
                </a:moveTo>
                <a:lnTo>
                  <a:pt x="0" y="0"/>
                </a:lnTo>
                <a:lnTo>
                  <a:pt x="0" y="3938759"/>
                </a:lnTo>
                <a:lnTo>
                  <a:pt x="20104099" y="3938759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>
              <a:alpha val="8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0" name="Google Shape;550;p24"/>
          <p:cNvSpPr/>
          <p:nvPr/>
        </p:nvSpPr>
        <p:spPr>
          <a:xfrm>
            <a:off x="0" y="7522978"/>
            <a:ext cx="8320405" cy="3785906"/>
          </a:xfrm>
          <a:custGeom>
            <a:avLst/>
            <a:gdLst/>
            <a:ahLst/>
            <a:cxnLst/>
            <a:rect l="l" t="t" r="r" b="b"/>
            <a:pathLst>
              <a:path w="8320405" h="3663315" extrusionOk="0">
                <a:moveTo>
                  <a:pt x="0" y="3662987"/>
                </a:moveTo>
                <a:lnTo>
                  <a:pt x="8319799" y="3662987"/>
                </a:lnTo>
                <a:lnTo>
                  <a:pt x="8319799" y="0"/>
                </a:lnTo>
                <a:lnTo>
                  <a:pt x="0" y="0"/>
                </a:lnTo>
                <a:lnTo>
                  <a:pt x="0" y="3662987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1" name="Google Shape;551;p24"/>
          <p:cNvSpPr txBox="1"/>
          <p:nvPr/>
        </p:nvSpPr>
        <p:spPr>
          <a:xfrm>
            <a:off x="0" y="3859662"/>
            <a:ext cx="8320405" cy="3663315"/>
          </a:xfrm>
          <a:prstGeom prst="rect">
            <a:avLst/>
          </a:prstGeom>
          <a:solidFill>
            <a:srgbClr val="04242C"/>
          </a:solidFill>
          <a:ln>
            <a:noFill/>
          </a:ln>
        </p:spPr>
        <p:txBody>
          <a:bodyPr spcFirstLastPara="1" wrap="square" lIns="0" tIns="306050" rIns="0" bIns="0" anchor="t" anchorCtr="0">
            <a:spAutoFit/>
          </a:bodyPr>
          <a:lstStyle/>
          <a:p>
            <a:pPr marL="1025525" marR="763905" lvl="0" indent="0" algn="l" rtl="0">
              <a:lnSpc>
                <a:spcPct val="1127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2" name="Google Shape;552;p24"/>
          <p:cNvSpPr txBox="1">
            <a:spLocks noGrp="1"/>
          </p:cNvSpPr>
          <p:nvPr>
            <p:ph type="body" idx="1"/>
          </p:nvPr>
        </p:nvSpPr>
        <p:spPr>
          <a:xfrm>
            <a:off x="831850" y="4222026"/>
            <a:ext cx="6902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3" name="Google Shape;553;p24"/>
          <p:cNvSpPr txBox="1">
            <a:spLocks noGrp="1"/>
          </p:cNvSpPr>
          <p:nvPr>
            <p:ph type="body" idx="2"/>
          </p:nvPr>
        </p:nvSpPr>
        <p:spPr>
          <a:xfrm>
            <a:off x="831850" y="5352695"/>
            <a:ext cx="6902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3"/>
          </p:nvPr>
        </p:nvSpPr>
        <p:spPr>
          <a:xfrm>
            <a:off x="831850" y="6483364"/>
            <a:ext cx="6902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5" name="Google Shape;555;p24"/>
          <p:cNvSpPr txBox="1">
            <a:spLocks noGrp="1"/>
          </p:cNvSpPr>
          <p:nvPr>
            <p:ph type="body" idx="4"/>
          </p:nvPr>
        </p:nvSpPr>
        <p:spPr>
          <a:xfrm>
            <a:off x="831850" y="7899111"/>
            <a:ext cx="690245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6" name="Google Shape;556;p24"/>
          <p:cNvSpPr txBox="1">
            <a:spLocks noGrp="1"/>
          </p:cNvSpPr>
          <p:nvPr>
            <p:ph type="body" idx="5"/>
          </p:nvPr>
        </p:nvSpPr>
        <p:spPr>
          <a:xfrm>
            <a:off x="8822319" y="4772075"/>
            <a:ext cx="468951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7" name="Google Shape;557;p24"/>
          <p:cNvSpPr txBox="1">
            <a:spLocks noGrp="1"/>
          </p:cNvSpPr>
          <p:nvPr>
            <p:ph type="body" idx="6"/>
          </p:nvPr>
        </p:nvSpPr>
        <p:spPr>
          <a:xfrm>
            <a:off x="8822319" y="4219079"/>
            <a:ext cx="468951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8" name="Google Shape;558;p24"/>
          <p:cNvSpPr txBox="1">
            <a:spLocks noGrp="1"/>
          </p:cNvSpPr>
          <p:nvPr>
            <p:ph type="body" idx="7"/>
          </p:nvPr>
        </p:nvSpPr>
        <p:spPr>
          <a:xfrm>
            <a:off x="14325601" y="4772075"/>
            <a:ext cx="504026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9" name="Google Shape;559;p24"/>
          <p:cNvSpPr txBox="1">
            <a:spLocks noGrp="1"/>
          </p:cNvSpPr>
          <p:nvPr>
            <p:ph type="body" idx="8"/>
          </p:nvPr>
        </p:nvSpPr>
        <p:spPr>
          <a:xfrm>
            <a:off x="14325601" y="4219079"/>
            <a:ext cx="50402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24"/>
          <p:cNvSpPr txBox="1">
            <a:spLocks noGrp="1"/>
          </p:cNvSpPr>
          <p:nvPr>
            <p:ph type="body" idx="9"/>
          </p:nvPr>
        </p:nvSpPr>
        <p:spPr>
          <a:xfrm>
            <a:off x="8822319" y="8188478"/>
            <a:ext cx="3179181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24"/>
          <p:cNvSpPr txBox="1">
            <a:spLocks noGrp="1"/>
          </p:cNvSpPr>
          <p:nvPr>
            <p:ph type="body" idx="13"/>
          </p:nvPr>
        </p:nvSpPr>
        <p:spPr>
          <a:xfrm>
            <a:off x="8822319" y="7645568"/>
            <a:ext cx="31791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  <a:defRPr sz="20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2" name="Google Shape;562;p24"/>
          <p:cNvSpPr txBox="1">
            <a:spLocks noGrp="1"/>
          </p:cNvSpPr>
          <p:nvPr>
            <p:ph type="body" idx="14"/>
          </p:nvPr>
        </p:nvSpPr>
        <p:spPr>
          <a:xfrm>
            <a:off x="831850" y="854075"/>
            <a:ext cx="1853401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563" name="Google Shape;56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784" y="2519791"/>
            <a:ext cx="3636329" cy="517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4" name="Google Shape;564;p24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565" name="Google Shape;565;p24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74" name="Google Shape;574;p24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5" name="Google Shape;575;p24"/>
          <p:cNvSpPr txBox="1">
            <a:spLocks noGrp="1"/>
          </p:cNvSpPr>
          <p:nvPr>
            <p:ph type="body" idx="15"/>
          </p:nvPr>
        </p:nvSpPr>
        <p:spPr>
          <a:xfrm>
            <a:off x="12992100" y="7345267"/>
            <a:ext cx="3157486" cy="945548"/>
          </a:xfrm>
          <a:prstGeom prst="rect">
            <a:avLst/>
          </a:prstGeom>
          <a:solidFill>
            <a:srgbClr val="0424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24"/>
          <p:cNvSpPr txBox="1">
            <a:spLocks noGrp="1"/>
          </p:cNvSpPr>
          <p:nvPr>
            <p:ph type="body" idx="16"/>
          </p:nvPr>
        </p:nvSpPr>
        <p:spPr>
          <a:xfrm>
            <a:off x="12992100" y="8295861"/>
            <a:ext cx="3157486" cy="945548"/>
          </a:xfrm>
          <a:prstGeom prst="rect">
            <a:avLst/>
          </a:prstGeom>
          <a:solidFill>
            <a:srgbClr val="0A797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7" name="Google Shape;577;p24"/>
          <p:cNvSpPr txBox="1">
            <a:spLocks noGrp="1"/>
          </p:cNvSpPr>
          <p:nvPr>
            <p:ph type="body" idx="17"/>
          </p:nvPr>
        </p:nvSpPr>
        <p:spPr>
          <a:xfrm>
            <a:off x="12992100" y="9246455"/>
            <a:ext cx="3157486" cy="945548"/>
          </a:xfrm>
          <a:prstGeom prst="rect">
            <a:avLst/>
          </a:prstGeom>
          <a:solidFill>
            <a:srgbClr val="0424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8" name="Google Shape;578;p24"/>
          <p:cNvSpPr txBox="1">
            <a:spLocks noGrp="1"/>
          </p:cNvSpPr>
          <p:nvPr>
            <p:ph type="body" idx="18"/>
          </p:nvPr>
        </p:nvSpPr>
        <p:spPr>
          <a:xfrm>
            <a:off x="16149586" y="7345267"/>
            <a:ext cx="3157486" cy="94554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9" name="Google Shape;579;p24"/>
          <p:cNvSpPr txBox="1">
            <a:spLocks noGrp="1"/>
          </p:cNvSpPr>
          <p:nvPr>
            <p:ph type="body" idx="19"/>
          </p:nvPr>
        </p:nvSpPr>
        <p:spPr>
          <a:xfrm>
            <a:off x="16149586" y="8295861"/>
            <a:ext cx="3157486" cy="9455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0" name="Google Shape;580;p24"/>
          <p:cNvSpPr txBox="1">
            <a:spLocks noGrp="1"/>
          </p:cNvSpPr>
          <p:nvPr>
            <p:ph type="body" idx="20"/>
          </p:nvPr>
        </p:nvSpPr>
        <p:spPr>
          <a:xfrm>
            <a:off x="16149586" y="9246455"/>
            <a:ext cx="3157486" cy="94554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581" name="Google Shape;581;p24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bg>
      <p:bgPr>
        <a:solidFill>
          <a:schemeClr val="lt1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584" name="Google Shape;58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104099" cy="112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5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4242C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6" name="Google Shape;586;p25"/>
          <p:cNvSpPr/>
          <p:nvPr/>
        </p:nvSpPr>
        <p:spPr>
          <a:xfrm>
            <a:off x="2718435" y="3049587"/>
            <a:ext cx="14667230" cy="5209540"/>
          </a:xfrm>
          <a:custGeom>
            <a:avLst/>
            <a:gdLst/>
            <a:ahLst/>
            <a:cxnLst/>
            <a:rect l="l" t="t" r="r" b="b"/>
            <a:pathLst>
              <a:path w="14667230" h="5209540" extrusionOk="0">
                <a:moveTo>
                  <a:pt x="1157541" y="0"/>
                </a:moveTo>
                <a:lnTo>
                  <a:pt x="995019" y="0"/>
                </a:lnTo>
                <a:lnTo>
                  <a:pt x="884555" y="281190"/>
                </a:lnTo>
                <a:lnTo>
                  <a:pt x="884555" y="504507"/>
                </a:lnTo>
                <a:lnTo>
                  <a:pt x="1147610" y="504507"/>
                </a:lnTo>
                <a:lnTo>
                  <a:pt x="1147610" y="243014"/>
                </a:lnTo>
                <a:lnTo>
                  <a:pt x="1071854" y="243014"/>
                </a:lnTo>
                <a:lnTo>
                  <a:pt x="1157541" y="0"/>
                </a:lnTo>
                <a:close/>
              </a:path>
              <a:path w="14667230" h="5209540" extrusionOk="0">
                <a:moveTo>
                  <a:pt x="1503375" y="0"/>
                </a:moveTo>
                <a:lnTo>
                  <a:pt x="1340853" y="0"/>
                </a:lnTo>
                <a:lnTo>
                  <a:pt x="1230388" y="281190"/>
                </a:lnTo>
                <a:lnTo>
                  <a:pt x="1230388" y="504507"/>
                </a:lnTo>
                <a:lnTo>
                  <a:pt x="1493443" y="504507"/>
                </a:lnTo>
                <a:lnTo>
                  <a:pt x="1493443" y="243014"/>
                </a:lnTo>
                <a:lnTo>
                  <a:pt x="1417688" y="243014"/>
                </a:lnTo>
                <a:lnTo>
                  <a:pt x="1503375" y="0"/>
                </a:lnTo>
                <a:close/>
              </a:path>
              <a:path w="14667230" h="5209540" extrusionOk="0">
                <a:moveTo>
                  <a:pt x="12950622" y="4864087"/>
                </a:moveTo>
                <a:lnTo>
                  <a:pt x="328853" y="4864087"/>
                </a:lnTo>
                <a:lnTo>
                  <a:pt x="282448" y="4859921"/>
                </a:lnTo>
                <a:lnTo>
                  <a:pt x="238760" y="4847907"/>
                </a:lnTo>
                <a:lnTo>
                  <a:pt x="198513" y="4828794"/>
                </a:lnTo>
                <a:lnTo>
                  <a:pt x="162458" y="4803305"/>
                </a:lnTo>
                <a:lnTo>
                  <a:pt x="131305" y="4772177"/>
                </a:lnTo>
                <a:lnTo>
                  <a:pt x="105816" y="4736135"/>
                </a:lnTo>
                <a:lnTo>
                  <a:pt x="86690" y="4695914"/>
                </a:lnTo>
                <a:lnTo>
                  <a:pt x="74688" y="4652264"/>
                </a:lnTo>
                <a:lnTo>
                  <a:pt x="70523" y="4605896"/>
                </a:lnTo>
                <a:lnTo>
                  <a:pt x="70523" y="583641"/>
                </a:lnTo>
                <a:lnTo>
                  <a:pt x="74688" y="537311"/>
                </a:lnTo>
                <a:lnTo>
                  <a:pt x="86690" y="493674"/>
                </a:lnTo>
                <a:lnTo>
                  <a:pt x="105816" y="453466"/>
                </a:lnTo>
                <a:lnTo>
                  <a:pt x="131305" y="417423"/>
                </a:lnTo>
                <a:lnTo>
                  <a:pt x="162458" y="386283"/>
                </a:lnTo>
                <a:lnTo>
                  <a:pt x="198513" y="360768"/>
                </a:lnTo>
                <a:lnTo>
                  <a:pt x="238760" y="341642"/>
                </a:lnTo>
                <a:lnTo>
                  <a:pt x="282448" y="329615"/>
                </a:lnTo>
                <a:lnTo>
                  <a:pt x="328853" y="325450"/>
                </a:lnTo>
                <a:lnTo>
                  <a:pt x="571969" y="325450"/>
                </a:lnTo>
                <a:lnTo>
                  <a:pt x="571969" y="254774"/>
                </a:lnTo>
                <a:lnTo>
                  <a:pt x="328853" y="254774"/>
                </a:lnTo>
                <a:lnTo>
                  <a:pt x="280301" y="258356"/>
                </a:lnTo>
                <a:lnTo>
                  <a:pt x="233959" y="268732"/>
                </a:lnTo>
                <a:lnTo>
                  <a:pt x="190309" y="285407"/>
                </a:lnTo>
                <a:lnTo>
                  <a:pt x="149885" y="307848"/>
                </a:lnTo>
                <a:lnTo>
                  <a:pt x="113182" y="335559"/>
                </a:lnTo>
                <a:lnTo>
                  <a:pt x="80733" y="368033"/>
                </a:lnTo>
                <a:lnTo>
                  <a:pt x="53035" y="404736"/>
                </a:lnTo>
                <a:lnTo>
                  <a:pt x="30594" y="445160"/>
                </a:lnTo>
                <a:lnTo>
                  <a:pt x="13944" y="488797"/>
                </a:lnTo>
                <a:lnTo>
                  <a:pt x="3568" y="535127"/>
                </a:lnTo>
                <a:lnTo>
                  <a:pt x="0" y="583641"/>
                </a:lnTo>
                <a:lnTo>
                  <a:pt x="0" y="4605896"/>
                </a:lnTo>
                <a:lnTo>
                  <a:pt x="3568" y="4654410"/>
                </a:lnTo>
                <a:lnTo>
                  <a:pt x="13944" y="4700740"/>
                </a:lnTo>
                <a:lnTo>
                  <a:pt x="30594" y="4744377"/>
                </a:lnTo>
                <a:lnTo>
                  <a:pt x="53035" y="4784814"/>
                </a:lnTo>
                <a:lnTo>
                  <a:pt x="80733" y="4821504"/>
                </a:lnTo>
                <a:lnTo>
                  <a:pt x="113182" y="4853978"/>
                </a:lnTo>
                <a:lnTo>
                  <a:pt x="149885" y="4881689"/>
                </a:lnTo>
                <a:lnTo>
                  <a:pt x="190309" y="4904143"/>
                </a:lnTo>
                <a:lnTo>
                  <a:pt x="233959" y="4920805"/>
                </a:lnTo>
                <a:lnTo>
                  <a:pt x="280301" y="4931194"/>
                </a:lnTo>
                <a:lnTo>
                  <a:pt x="328853" y="4934763"/>
                </a:lnTo>
                <a:lnTo>
                  <a:pt x="12950622" y="4934763"/>
                </a:lnTo>
                <a:lnTo>
                  <a:pt x="12950622" y="4864087"/>
                </a:lnTo>
                <a:close/>
              </a:path>
              <a:path w="14667230" h="5209540" extrusionOk="0">
                <a:moveTo>
                  <a:pt x="13564375" y="4704918"/>
                </a:moveTo>
                <a:lnTo>
                  <a:pt x="13301320" y="4704918"/>
                </a:lnTo>
                <a:lnTo>
                  <a:pt x="13301320" y="4966424"/>
                </a:lnTo>
                <a:lnTo>
                  <a:pt x="13377075" y="4966424"/>
                </a:lnTo>
                <a:lnTo>
                  <a:pt x="13291388" y="5209438"/>
                </a:lnTo>
                <a:lnTo>
                  <a:pt x="13453910" y="5209438"/>
                </a:lnTo>
                <a:lnTo>
                  <a:pt x="13564375" y="4928235"/>
                </a:lnTo>
                <a:lnTo>
                  <a:pt x="13564375" y="4704918"/>
                </a:lnTo>
                <a:close/>
              </a:path>
              <a:path w="14667230" h="5209540" extrusionOk="0">
                <a:moveTo>
                  <a:pt x="13910209" y="4704918"/>
                </a:moveTo>
                <a:lnTo>
                  <a:pt x="13647153" y="4704918"/>
                </a:lnTo>
                <a:lnTo>
                  <a:pt x="13647153" y="4966424"/>
                </a:lnTo>
                <a:lnTo>
                  <a:pt x="13722909" y="4966424"/>
                </a:lnTo>
                <a:lnTo>
                  <a:pt x="13637222" y="5209438"/>
                </a:lnTo>
                <a:lnTo>
                  <a:pt x="13799744" y="5209438"/>
                </a:lnTo>
                <a:lnTo>
                  <a:pt x="13910209" y="4928235"/>
                </a:lnTo>
                <a:lnTo>
                  <a:pt x="13910209" y="4704918"/>
                </a:lnTo>
                <a:close/>
              </a:path>
              <a:path w="14667230" h="5209540" extrusionOk="0">
                <a:moveTo>
                  <a:pt x="14666811" y="583704"/>
                </a:moveTo>
                <a:lnTo>
                  <a:pt x="14663242" y="535165"/>
                </a:lnTo>
                <a:lnTo>
                  <a:pt x="14652866" y="488823"/>
                </a:lnTo>
                <a:lnTo>
                  <a:pt x="14636191" y="445173"/>
                </a:lnTo>
                <a:lnTo>
                  <a:pt x="14613750" y="404736"/>
                </a:lnTo>
                <a:lnTo>
                  <a:pt x="14586026" y="368033"/>
                </a:lnTo>
                <a:lnTo>
                  <a:pt x="14553565" y="335559"/>
                </a:lnTo>
                <a:lnTo>
                  <a:pt x="14516862" y="307848"/>
                </a:lnTo>
                <a:lnTo>
                  <a:pt x="14476425" y="285407"/>
                </a:lnTo>
                <a:lnTo>
                  <a:pt x="14432775" y="268732"/>
                </a:lnTo>
                <a:lnTo>
                  <a:pt x="14386433" y="258356"/>
                </a:lnTo>
                <a:lnTo>
                  <a:pt x="14337894" y="254774"/>
                </a:lnTo>
                <a:lnTo>
                  <a:pt x="1845640" y="254774"/>
                </a:lnTo>
                <a:lnTo>
                  <a:pt x="1845640" y="325386"/>
                </a:lnTo>
                <a:lnTo>
                  <a:pt x="14337894" y="325386"/>
                </a:lnTo>
                <a:lnTo>
                  <a:pt x="14384261" y="329552"/>
                </a:lnTo>
                <a:lnTo>
                  <a:pt x="14427924" y="341579"/>
                </a:lnTo>
                <a:lnTo>
                  <a:pt x="14468158" y="360718"/>
                </a:lnTo>
                <a:lnTo>
                  <a:pt x="14504213" y="386232"/>
                </a:lnTo>
                <a:lnTo>
                  <a:pt x="14535366" y="417385"/>
                </a:lnTo>
                <a:lnTo>
                  <a:pt x="14560880" y="453440"/>
                </a:lnTo>
                <a:lnTo>
                  <a:pt x="14580019" y="493674"/>
                </a:lnTo>
                <a:lnTo>
                  <a:pt x="14592046" y="537337"/>
                </a:lnTo>
                <a:lnTo>
                  <a:pt x="14596212" y="583704"/>
                </a:lnTo>
                <a:lnTo>
                  <a:pt x="14596212" y="4605845"/>
                </a:lnTo>
                <a:lnTo>
                  <a:pt x="14592046" y="4652238"/>
                </a:lnTo>
                <a:lnTo>
                  <a:pt x="14580019" y="4695914"/>
                </a:lnTo>
                <a:lnTo>
                  <a:pt x="14560880" y="4736160"/>
                </a:lnTo>
                <a:lnTo>
                  <a:pt x="14535366" y="4772215"/>
                </a:lnTo>
                <a:lnTo>
                  <a:pt x="14504213" y="4803356"/>
                </a:lnTo>
                <a:lnTo>
                  <a:pt x="14468158" y="4828857"/>
                </a:lnTo>
                <a:lnTo>
                  <a:pt x="14427924" y="4847983"/>
                </a:lnTo>
                <a:lnTo>
                  <a:pt x="14384261" y="4859998"/>
                </a:lnTo>
                <a:lnTo>
                  <a:pt x="14337894" y="4864163"/>
                </a:lnTo>
                <a:lnTo>
                  <a:pt x="14134656" y="4864163"/>
                </a:lnTo>
                <a:lnTo>
                  <a:pt x="14134656" y="4934763"/>
                </a:lnTo>
                <a:lnTo>
                  <a:pt x="14337894" y="4934763"/>
                </a:lnTo>
                <a:lnTo>
                  <a:pt x="14386433" y="4931194"/>
                </a:lnTo>
                <a:lnTo>
                  <a:pt x="14432775" y="4920818"/>
                </a:lnTo>
                <a:lnTo>
                  <a:pt x="14476425" y="4904143"/>
                </a:lnTo>
                <a:lnTo>
                  <a:pt x="14516862" y="4881689"/>
                </a:lnTo>
                <a:lnTo>
                  <a:pt x="14553565" y="4853978"/>
                </a:lnTo>
                <a:lnTo>
                  <a:pt x="14586026" y="4821517"/>
                </a:lnTo>
                <a:lnTo>
                  <a:pt x="14613750" y="4784814"/>
                </a:lnTo>
                <a:lnTo>
                  <a:pt x="14636191" y="4744377"/>
                </a:lnTo>
                <a:lnTo>
                  <a:pt x="14652866" y="4700727"/>
                </a:lnTo>
                <a:lnTo>
                  <a:pt x="14663242" y="4654385"/>
                </a:lnTo>
                <a:lnTo>
                  <a:pt x="14666811" y="4605845"/>
                </a:lnTo>
                <a:lnTo>
                  <a:pt x="14666811" y="5837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7" name="Google Shape;587;p25"/>
          <p:cNvSpPr txBox="1">
            <a:spLocks noGrp="1"/>
          </p:cNvSpPr>
          <p:nvPr>
            <p:ph type="body" idx="1"/>
          </p:nvPr>
        </p:nvSpPr>
        <p:spPr>
          <a:xfrm>
            <a:off x="4146550" y="4269363"/>
            <a:ext cx="118110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8" name="Google Shape;588;p25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89" name="Google Shape;589;p25"/>
          <p:cNvGrpSpPr/>
          <p:nvPr/>
        </p:nvGrpSpPr>
        <p:grpSpPr>
          <a:xfrm>
            <a:off x="831850" y="10505931"/>
            <a:ext cx="1954504" cy="276710"/>
            <a:chOff x="831850" y="10505931"/>
            <a:chExt cx="1954504" cy="276710"/>
          </a:xfrm>
        </p:grpSpPr>
        <p:sp>
          <p:nvSpPr>
            <p:cNvPr id="590" name="Google Shape;590;p25"/>
            <p:cNvSpPr/>
            <p:nvPr/>
          </p:nvSpPr>
          <p:spPr>
            <a:xfrm>
              <a:off x="848753" y="10522518"/>
              <a:ext cx="254714" cy="254714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1" name="Google Shape;591;p25"/>
            <p:cNvSpPr/>
            <p:nvPr/>
          </p:nvSpPr>
          <p:spPr>
            <a:xfrm>
              <a:off x="831850" y="10505931"/>
              <a:ext cx="83312" cy="83312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1216608" y="10519828"/>
              <a:ext cx="175842" cy="256763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3" name="Google Shape;593;p25"/>
            <p:cNvSpPr/>
            <p:nvPr/>
          </p:nvSpPr>
          <p:spPr>
            <a:xfrm>
              <a:off x="1412124" y="10525502"/>
              <a:ext cx="96628" cy="254032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4" name="Google Shape;594;p25"/>
            <p:cNvSpPr/>
            <p:nvPr/>
          </p:nvSpPr>
          <p:spPr>
            <a:xfrm>
              <a:off x="1548389" y="10531675"/>
              <a:ext cx="184719" cy="250617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5" name="Google Shape;595;p25"/>
            <p:cNvSpPr/>
            <p:nvPr/>
          </p:nvSpPr>
          <p:spPr>
            <a:xfrm>
              <a:off x="1757843" y="10582556"/>
              <a:ext cx="195304" cy="200084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1984381" y="10583255"/>
              <a:ext cx="193597" cy="19667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2208820" y="10582555"/>
              <a:ext cx="168330" cy="200084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2401892" y="10582557"/>
              <a:ext cx="384462" cy="200084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chemeClr val="lt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6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1" name="Google Shape;601;p26"/>
          <p:cNvSpPr/>
          <p:nvPr/>
        </p:nvSpPr>
        <p:spPr>
          <a:xfrm>
            <a:off x="2110304" y="3064599"/>
            <a:ext cx="3007360" cy="3007360"/>
          </a:xfrm>
          <a:custGeom>
            <a:avLst/>
            <a:gdLst/>
            <a:ahLst/>
            <a:cxnLst/>
            <a:rect l="l" t="t" r="r" b="b"/>
            <a:pathLst>
              <a:path w="3007360" h="3007360" extrusionOk="0">
                <a:moveTo>
                  <a:pt x="2792689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792689"/>
                </a:lnTo>
                <a:lnTo>
                  <a:pt x="5666" y="2841886"/>
                </a:lnTo>
                <a:lnTo>
                  <a:pt x="21807" y="2887048"/>
                </a:lnTo>
                <a:lnTo>
                  <a:pt x="47135" y="2926886"/>
                </a:lnTo>
                <a:lnTo>
                  <a:pt x="80362" y="2960113"/>
                </a:lnTo>
                <a:lnTo>
                  <a:pt x="120200" y="2985440"/>
                </a:lnTo>
                <a:lnTo>
                  <a:pt x="165362" y="3001582"/>
                </a:lnTo>
                <a:lnTo>
                  <a:pt x="214558" y="3007248"/>
                </a:lnTo>
                <a:lnTo>
                  <a:pt x="2792689" y="3007248"/>
                </a:lnTo>
                <a:lnTo>
                  <a:pt x="2841886" y="3001582"/>
                </a:lnTo>
                <a:lnTo>
                  <a:pt x="2887048" y="2985440"/>
                </a:lnTo>
                <a:lnTo>
                  <a:pt x="2926886" y="2960113"/>
                </a:lnTo>
                <a:lnTo>
                  <a:pt x="2960113" y="2926886"/>
                </a:lnTo>
                <a:lnTo>
                  <a:pt x="2985440" y="2887048"/>
                </a:lnTo>
                <a:lnTo>
                  <a:pt x="3001582" y="2841886"/>
                </a:lnTo>
                <a:lnTo>
                  <a:pt x="3007248" y="2792689"/>
                </a:lnTo>
                <a:lnTo>
                  <a:pt x="3007248" y="214558"/>
                </a:lnTo>
                <a:lnTo>
                  <a:pt x="3001582" y="165362"/>
                </a:lnTo>
                <a:lnTo>
                  <a:pt x="2985440" y="120200"/>
                </a:lnTo>
                <a:lnTo>
                  <a:pt x="2960113" y="80362"/>
                </a:lnTo>
                <a:lnTo>
                  <a:pt x="2926886" y="47135"/>
                </a:lnTo>
                <a:lnTo>
                  <a:pt x="2887048" y="21807"/>
                </a:lnTo>
                <a:lnTo>
                  <a:pt x="2841886" y="5666"/>
                </a:lnTo>
                <a:lnTo>
                  <a:pt x="279268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2" name="Google Shape;602;p26"/>
          <p:cNvSpPr/>
          <p:nvPr/>
        </p:nvSpPr>
        <p:spPr>
          <a:xfrm>
            <a:off x="1821062" y="2776581"/>
            <a:ext cx="3585845" cy="3585845"/>
          </a:xfrm>
          <a:custGeom>
            <a:avLst/>
            <a:gdLst/>
            <a:ahLst/>
            <a:cxnLst/>
            <a:rect l="l" t="t" r="r" b="b"/>
            <a:pathLst>
              <a:path w="3585845" h="3585845" extrusionOk="0">
                <a:moveTo>
                  <a:pt x="63474" y="2999270"/>
                </a:moveTo>
                <a:lnTo>
                  <a:pt x="60985" y="2986913"/>
                </a:lnTo>
                <a:lnTo>
                  <a:pt x="54178" y="2976829"/>
                </a:lnTo>
                <a:lnTo>
                  <a:pt x="44094" y="2970022"/>
                </a:lnTo>
                <a:lnTo>
                  <a:pt x="31737" y="2967532"/>
                </a:lnTo>
                <a:lnTo>
                  <a:pt x="19380" y="2970022"/>
                </a:lnTo>
                <a:lnTo>
                  <a:pt x="9296" y="2976829"/>
                </a:lnTo>
                <a:lnTo>
                  <a:pt x="2501" y="2986913"/>
                </a:lnTo>
                <a:lnTo>
                  <a:pt x="0" y="2999270"/>
                </a:lnTo>
                <a:lnTo>
                  <a:pt x="0" y="3023679"/>
                </a:lnTo>
                <a:lnTo>
                  <a:pt x="2501" y="3036024"/>
                </a:lnTo>
                <a:lnTo>
                  <a:pt x="9296" y="3046120"/>
                </a:lnTo>
                <a:lnTo>
                  <a:pt x="19380" y="3052915"/>
                </a:lnTo>
                <a:lnTo>
                  <a:pt x="31737" y="3055416"/>
                </a:lnTo>
                <a:lnTo>
                  <a:pt x="44094" y="3052915"/>
                </a:lnTo>
                <a:lnTo>
                  <a:pt x="54178" y="3046120"/>
                </a:lnTo>
                <a:lnTo>
                  <a:pt x="60985" y="3036024"/>
                </a:lnTo>
                <a:lnTo>
                  <a:pt x="63474" y="3023679"/>
                </a:lnTo>
                <a:lnTo>
                  <a:pt x="63474" y="2999270"/>
                </a:lnTo>
                <a:close/>
              </a:path>
              <a:path w="3585845" h="3585845" extrusionOk="0">
                <a:moveTo>
                  <a:pt x="63474" y="2730766"/>
                </a:moveTo>
                <a:lnTo>
                  <a:pt x="60985" y="2718409"/>
                </a:lnTo>
                <a:lnTo>
                  <a:pt x="54178" y="2708325"/>
                </a:lnTo>
                <a:lnTo>
                  <a:pt x="44094" y="2701518"/>
                </a:lnTo>
                <a:lnTo>
                  <a:pt x="31737" y="2699029"/>
                </a:lnTo>
                <a:lnTo>
                  <a:pt x="19380" y="2701518"/>
                </a:lnTo>
                <a:lnTo>
                  <a:pt x="9296" y="2708325"/>
                </a:lnTo>
                <a:lnTo>
                  <a:pt x="2501" y="2718409"/>
                </a:lnTo>
                <a:lnTo>
                  <a:pt x="0" y="2730766"/>
                </a:lnTo>
                <a:lnTo>
                  <a:pt x="0" y="2755163"/>
                </a:lnTo>
                <a:lnTo>
                  <a:pt x="2501" y="2767520"/>
                </a:lnTo>
                <a:lnTo>
                  <a:pt x="9296" y="2777617"/>
                </a:lnTo>
                <a:lnTo>
                  <a:pt x="19380" y="2784411"/>
                </a:lnTo>
                <a:lnTo>
                  <a:pt x="31737" y="2786900"/>
                </a:lnTo>
                <a:lnTo>
                  <a:pt x="44094" y="2784411"/>
                </a:lnTo>
                <a:lnTo>
                  <a:pt x="54178" y="2777617"/>
                </a:lnTo>
                <a:lnTo>
                  <a:pt x="60985" y="2767520"/>
                </a:lnTo>
                <a:lnTo>
                  <a:pt x="63474" y="2755163"/>
                </a:lnTo>
                <a:lnTo>
                  <a:pt x="63474" y="2730766"/>
                </a:lnTo>
                <a:close/>
              </a:path>
              <a:path w="3585845" h="3585845" extrusionOk="0">
                <a:moveTo>
                  <a:pt x="63474" y="2462250"/>
                </a:moveTo>
                <a:lnTo>
                  <a:pt x="60985" y="2449906"/>
                </a:lnTo>
                <a:lnTo>
                  <a:pt x="54178" y="2439822"/>
                </a:lnTo>
                <a:lnTo>
                  <a:pt x="44094" y="2433028"/>
                </a:lnTo>
                <a:lnTo>
                  <a:pt x="31737" y="2430526"/>
                </a:lnTo>
                <a:lnTo>
                  <a:pt x="19380" y="2433028"/>
                </a:lnTo>
                <a:lnTo>
                  <a:pt x="9296" y="2439822"/>
                </a:lnTo>
                <a:lnTo>
                  <a:pt x="2501" y="2449906"/>
                </a:lnTo>
                <a:lnTo>
                  <a:pt x="0" y="2462250"/>
                </a:lnTo>
                <a:lnTo>
                  <a:pt x="0" y="2486660"/>
                </a:lnTo>
                <a:lnTo>
                  <a:pt x="2501" y="2499017"/>
                </a:lnTo>
                <a:lnTo>
                  <a:pt x="9296" y="2509101"/>
                </a:lnTo>
                <a:lnTo>
                  <a:pt x="19380" y="2515908"/>
                </a:lnTo>
                <a:lnTo>
                  <a:pt x="31737" y="2518397"/>
                </a:lnTo>
                <a:lnTo>
                  <a:pt x="44094" y="2515908"/>
                </a:lnTo>
                <a:lnTo>
                  <a:pt x="54178" y="2509101"/>
                </a:lnTo>
                <a:lnTo>
                  <a:pt x="60985" y="2499017"/>
                </a:lnTo>
                <a:lnTo>
                  <a:pt x="63474" y="2486660"/>
                </a:lnTo>
                <a:lnTo>
                  <a:pt x="63474" y="2462250"/>
                </a:lnTo>
                <a:close/>
              </a:path>
              <a:path w="3585845" h="3585845" extrusionOk="0">
                <a:moveTo>
                  <a:pt x="63474" y="2193747"/>
                </a:moveTo>
                <a:lnTo>
                  <a:pt x="60985" y="2181402"/>
                </a:lnTo>
                <a:lnTo>
                  <a:pt x="54178" y="2171319"/>
                </a:lnTo>
                <a:lnTo>
                  <a:pt x="44094" y="2164511"/>
                </a:lnTo>
                <a:lnTo>
                  <a:pt x="31737" y="2162022"/>
                </a:lnTo>
                <a:lnTo>
                  <a:pt x="19380" y="2164511"/>
                </a:lnTo>
                <a:lnTo>
                  <a:pt x="9296" y="2171319"/>
                </a:lnTo>
                <a:lnTo>
                  <a:pt x="2501" y="2181402"/>
                </a:lnTo>
                <a:lnTo>
                  <a:pt x="0" y="2193747"/>
                </a:lnTo>
                <a:lnTo>
                  <a:pt x="0" y="2218156"/>
                </a:lnTo>
                <a:lnTo>
                  <a:pt x="2501" y="2230513"/>
                </a:lnTo>
                <a:lnTo>
                  <a:pt x="9296" y="2240597"/>
                </a:lnTo>
                <a:lnTo>
                  <a:pt x="19380" y="2247404"/>
                </a:lnTo>
                <a:lnTo>
                  <a:pt x="31737" y="2249894"/>
                </a:lnTo>
                <a:lnTo>
                  <a:pt x="44094" y="2247404"/>
                </a:lnTo>
                <a:lnTo>
                  <a:pt x="54178" y="2240597"/>
                </a:lnTo>
                <a:lnTo>
                  <a:pt x="60985" y="2230513"/>
                </a:lnTo>
                <a:lnTo>
                  <a:pt x="63474" y="2218156"/>
                </a:lnTo>
                <a:lnTo>
                  <a:pt x="63474" y="2193747"/>
                </a:lnTo>
                <a:close/>
              </a:path>
              <a:path w="3585845" h="3585845" extrusionOk="0">
                <a:moveTo>
                  <a:pt x="63474" y="1925243"/>
                </a:moveTo>
                <a:lnTo>
                  <a:pt x="60985" y="1912899"/>
                </a:lnTo>
                <a:lnTo>
                  <a:pt x="54178" y="1902815"/>
                </a:lnTo>
                <a:lnTo>
                  <a:pt x="44094" y="1896008"/>
                </a:lnTo>
                <a:lnTo>
                  <a:pt x="31737" y="1893519"/>
                </a:lnTo>
                <a:lnTo>
                  <a:pt x="19380" y="1896008"/>
                </a:lnTo>
                <a:lnTo>
                  <a:pt x="9296" y="1902815"/>
                </a:lnTo>
                <a:lnTo>
                  <a:pt x="2501" y="1912899"/>
                </a:lnTo>
                <a:lnTo>
                  <a:pt x="0" y="1925243"/>
                </a:lnTo>
                <a:lnTo>
                  <a:pt x="0" y="1949653"/>
                </a:lnTo>
                <a:lnTo>
                  <a:pt x="2501" y="1962010"/>
                </a:lnTo>
                <a:lnTo>
                  <a:pt x="9296" y="1972094"/>
                </a:lnTo>
                <a:lnTo>
                  <a:pt x="19380" y="1978901"/>
                </a:lnTo>
                <a:lnTo>
                  <a:pt x="31737" y="1981390"/>
                </a:lnTo>
                <a:lnTo>
                  <a:pt x="44094" y="1978901"/>
                </a:lnTo>
                <a:lnTo>
                  <a:pt x="54178" y="1972094"/>
                </a:lnTo>
                <a:lnTo>
                  <a:pt x="60985" y="1962010"/>
                </a:lnTo>
                <a:lnTo>
                  <a:pt x="63474" y="1949653"/>
                </a:lnTo>
                <a:lnTo>
                  <a:pt x="63474" y="1925243"/>
                </a:lnTo>
                <a:close/>
              </a:path>
              <a:path w="3585845" h="3585845" extrusionOk="0">
                <a:moveTo>
                  <a:pt x="71348" y="3297110"/>
                </a:moveTo>
                <a:lnTo>
                  <a:pt x="71043" y="3284499"/>
                </a:lnTo>
                <a:lnTo>
                  <a:pt x="69430" y="3277362"/>
                </a:lnTo>
                <a:lnTo>
                  <a:pt x="68059" y="3270059"/>
                </a:lnTo>
                <a:lnTo>
                  <a:pt x="43395" y="3236811"/>
                </a:lnTo>
                <a:lnTo>
                  <a:pt x="30810" y="3236176"/>
                </a:lnTo>
                <a:lnTo>
                  <a:pt x="18973" y="3240506"/>
                </a:lnTo>
                <a:lnTo>
                  <a:pt x="10020" y="3248749"/>
                </a:lnTo>
                <a:lnTo>
                  <a:pt x="4813" y="3259734"/>
                </a:lnTo>
                <a:lnTo>
                  <a:pt x="4203" y="3272320"/>
                </a:lnTo>
                <a:lnTo>
                  <a:pt x="5257" y="3278911"/>
                </a:lnTo>
                <a:lnTo>
                  <a:pt x="20434" y="3316427"/>
                </a:lnTo>
                <a:lnTo>
                  <a:pt x="40081" y="3323272"/>
                </a:lnTo>
                <a:lnTo>
                  <a:pt x="42405" y="3323272"/>
                </a:lnTo>
                <a:lnTo>
                  <a:pt x="71348" y="3297110"/>
                </a:lnTo>
                <a:close/>
              </a:path>
              <a:path w="3585845" h="3585845" extrusionOk="0">
                <a:moveTo>
                  <a:pt x="223774" y="3508870"/>
                </a:moveTo>
                <a:lnTo>
                  <a:pt x="223278" y="3496716"/>
                </a:lnTo>
                <a:lnTo>
                  <a:pt x="218262" y="3485629"/>
                </a:lnTo>
                <a:lnTo>
                  <a:pt x="209054" y="3477031"/>
                </a:lnTo>
                <a:lnTo>
                  <a:pt x="202806" y="3473183"/>
                </a:lnTo>
                <a:lnTo>
                  <a:pt x="196608" y="3469043"/>
                </a:lnTo>
                <a:lnTo>
                  <a:pt x="190652" y="3464763"/>
                </a:lnTo>
                <a:lnTo>
                  <a:pt x="179184" y="3459556"/>
                </a:lnTo>
                <a:lnTo>
                  <a:pt x="167030" y="3459175"/>
                </a:lnTo>
                <a:lnTo>
                  <a:pt x="155613" y="3463379"/>
                </a:lnTo>
                <a:lnTo>
                  <a:pt x="146367" y="3471938"/>
                </a:lnTo>
                <a:lnTo>
                  <a:pt x="141160" y="3483419"/>
                </a:lnTo>
                <a:lnTo>
                  <a:pt x="140779" y="3495573"/>
                </a:lnTo>
                <a:lnTo>
                  <a:pt x="144983" y="3506990"/>
                </a:lnTo>
                <a:lnTo>
                  <a:pt x="175755" y="3531057"/>
                </a:lnTo>
                <a:lnTo>
                  <a:pt x="186702" y="3535781"/>
                </a:lnTo>
                <a:lnTo>
                  <a:pt x="192379" y="3535781"/>
                </a:lnTo>
                <a:lnTo>
                  <a:pt x="200253" y="3534791"/>
                </a:lnTo>
                <a:lnTo>
                  <a:pt x="207645" y="3531882"/>
                </a:lnTo>
                <a:lnTo>
                  <a:pt x="214160" y="3527158"/>
                </a:lnTo>
                <a:lnTo>
                  <a:pt x="219417" y="3520694"/>
                </a:lnTo>
                <a:lnTo>
                  <a:pt x="223774" y="3508870"/>
                </a:lnTo>
                <a:close/>
              </a:path>
              <a:path w="3585845" h="3585845" extrusionOk="0">
                <a:moveTo>
                  <a:pt x="483323" y="3554018"/>
                </a:moveTo>
                <a:lnTo>
                  <a:pt x="480822" y="3541661"/>
                </a:lnTo>
                <a:lnTo>
                  <a:pt x="474027" y="3531578"/>
                </a:lnTo>
                <a:lnTo>
                  <a:pt x="463931" y="3524770"/>
                </a:lnTo>
                <a:lnTo>
                  <a:pt x="451586" y="3522281"/>
                </a:lnTo>
                <a:lnTo>
                  <a:pt x="427177" y="3522281"/>
                </a:lnTo>
                <a:lnTo>
                  <a:pt x="414820" y="3524770"/>
                </a:lnTo>
                <a:lnTo>
                  <a:pt x="404736" y="3531578"/>
                </a:lnTo>
                <a:lnTo>
                  <a:pt x="397929" y="3541661"/>
                </a:lnTo>
                <a:lnTo>
                  <a:pt x="395439" y="3554018"/>
                </a:lnTo>
                <a:lnTo>
                  <a:pt x="397929" y="3566363"/>
                </a:lnTo>
                <a:lnTo>
                  <a:pt x="404736" y="3576447"/>
                </a:lnTo>
                <a:lnTo>
                  <a:pt x="414820" y="3583254"/>
                </a:lnTo>
                <a:lnTo>
                  <a:pt x="427177" y="3585743"/>
                </a:lnTo>
                <a:lnTo>
                  <a:pt x="451586" y="3585743"/>
                </a:lnTo>
                <a:lnTo>
                  <a:pt x="463931" y="3583254"/>
                </a:lnTo>
                <a:lnTo>
                  <a:pt x="474027" y="3576447"/>
                </a:lnTo>
                <a:lnTo>
                  <a:pt x="480822" y="3566363"/>
                </a:lnTo>
                <a:lnTo>
                  <a:pt x="483323" y="3554018"/>
                </a:lnTo>
                <a:close/>
              </a:path>
              <a:path w="3585845" h="3585845" extrusionOk="0">
                <a:moveTo>
                  <a:pt x="751827" y="3554018"/>
                </a:moveTo>
                <a:lnTo>
                  <a:pt x="749325" y="3541661"/>
                </a:lnTo>
                <a:lnTo>
                  <a:pt x="742530" y="3531578"/>
                </a:lnTo>
                <a:lnTo>
                  <a:pt x="732434" y="3524770"/>
                </a:lnTo>
                <a:lnTo>
                  <a:pt x="720090" y="3522281"/>
                </a:lnTo>
                <a:lnTo>
                  <a:pt x="695680" y="3522281"/>
                </a:lnTo>
                <a:lnTo>
                  <a:pt x="683323" y="3524770"/>
                </a:lnTo>
                <a:lnTo>
                  <a:pt x="673239" y="3531578"/>
                </a:lnTo>
                <a:lnTo>
                  <a:pt x="666432" y="3541661"/>
                </a:lnTo>
                <a:lnTo>
                  <a:pt x="663943" y="3554018"/>
                </a:lnTo>
                <a:lnTo>
                  <a:pt x="666432" y="3566363"/>
                </a:lnTo>
                <a:lnTo>
                  <a:pt x="673239" y="3576447"/>
                </a:lnTo>
                <a:lnTo>
                  <a:pt x="683323" y="3583254"/>
                </a:lnTo>
                <a:lnTo>
                  <a:pt x="695680" y="3585743"/>
                </a:lnTo>
                <a:lnTo>
                  <a:pt x="720090" y="3585743"/>
                </a:lnTo>
                <a:lnTo>
                  <a:pt x="732434" y="3583254"/>
                </a:lnTo>
                <a:lnTo>
                  <a:pt x="742530" y="3576447"/>
                </a:lnTo>
                <a:lnTo>
                  <a:pt x="749325" y="3566363"/>
                </a:lnTo>
                <a:lnTo>
                  <a:pt x="751827" y="3554018"/>
                </a:lnTo>
                <a:close/>
              </a:path>
              <a:path w="3585845" h="3585845" extrusionOk="0">
                <a:moveTo>
                  <a:pt x="1020330" y="3554018"/>
                </a:moveTo>
                <a:lnTo>
                  <a:pt x="1017828" y="3541661"/>
                </a:lnTo>
                <a:lnTo>
                  <a:pt x="1011034" y="3531578"/>
                </a:lnTo>
                <a:lnTo>
                  <a:pt x="1000950" y="3524770"/>
                </a:lnTo>
                <a:lnTo>
                  <a:pt x="988593" y="3522281"/>
                </a:lnTo>
                <a:lnTo>
                  <a:pt x="964184" y="3522281"/>
                </a:lnTo>
                <a:lnTo>
                  <a:pt x="951826" y="3524770"/>
                </a:lnTo>
                <a:lnTo>
                  <a:pt x="941743" y="3531578"/>
                </a:lnTo>
                <a:lnTo>
                  <a:pt x="934935" y="3541661"/>
                </a:lnTo>
                <a:lnTo>
                  <a:pt x="932446" y="3554018"/>
                </a:lnTo>
                <a:lnTo>
                  <a:pt x="934935" y="3566363"/>
                </a:lnTo>
                <a:lnTo>
                  <a:pt x="941743" y="3576447"/>
                </a:lnTo>
                <a:lnTo>
                  <a:pt x="951826" y="3583254"/>
                </a:lnTo>
                <a:lnTo>
                  <a:pt x="964184" y="3585743"/>
                </a:lnTo>
                <a:lnTo>
                  <a:pt x="988593" y="3585743"/>
                </a:lnTo>
                <a:lnTo>
                  <a:pt x="1000950" y="3583254"/>
                </a:lnTo>
                <a:lnTo>
                  <a:pt x="1011034" y="3576447"/>
                </a:lnTo>
                <a:lnTo>
                  <a:pt x="1017828" y="3566363"/>
                </a:lnTo>
                <a:lnTo>
                  <a:pt x="1020330" y="3554018"/>
                </a:lnTo>
                <a:close/>
              </a:path>
              <a:path w="3585845" h="3585845" extrusionOk="0">
                <a:moveTo>
                  <a:pt x="1288821" y="3554018"/>
                </a:moveTo>
                <a:lnTo>
                  <a:pt x="1286332" y="3541661"/>
                </a:lnTo>
                <a:lnTo>
                  <a:pt x="1279537" y="3531578"/>
                </a:lnTo>
                <a:lnTo>
                  <a:pt x="1269441" y="3524770"/>
                </a:lnTo>
                <a:lnTo>
                  <a:pt x="1257096" y="3522281"/>
                </a:lnTo>
                <a:lnTo>
                  <a:pt x="1232687" y="3522281"/>
                </a:lnTo>
                <a:lnTo>
                  <a:pt x="1220330" y="3524770"/>
                </a:lnTo>
                <a:lnTo>
                  <a:pt x="1210246" y="3531578"/>
                </a:lnTo>
                <a:lnTo>
                  <a:pt x="1203439" y="3541661"/>
                </a:lnTo>
                <a:lnTo>
                  <a:pt x="1200950" y="3554018"/>
                </a:lnTo>
                <a:lnTo>
                  <a:pt x="1203439" y="3566363"/>
                </a:lnTo>
                <a:lnTo>
                  <a:pt x="1210246" y="3576447"/>
                </a:lnTo>
                <a:lnTo>
                  <a:pt x="1220330" y="3583254"/>
                </a:lnTo>
                <a:lnTo>
                  <a:pt x="1232687" y="3585743"/>
                </a:lnTo>
                <a:lnTo>
                  <a:pt x="1257096" y="3585743"/>
                </a:lnTo>
                <a:lnTo>
                  <a:pt x="1269441" y="3583254"/>
                </a:lnTo>
                <a:lnTo>
                  <a:pt x="1279537" y="3576447"/>
                </a:lnTo>
                <a:lnTo>
                  <a:pt x="1286332" y="3566363"/>
                </a:lnTo>
                <a:lnTo>
                  <a:pt x="1288821" y="3554018"/>
                </a:lnTo>
                <a:close/>
              </a:path>
              <a:path w="3585845" h="3585845" extrusionOk="0">
                <a:moveTo>
                  <a:pt x="1557324" y="3554018"/>
                </a:moveTo>
                <a:lnTo>
                  <a:pt x="1554835" y="3541661"/>
                </a:lnTo>
                <a:lnTo>
                  <a:pt x="1548028" y="3531578"/>
                </a:lnTo>
                <a:lnTo>
                  <a:pt x="1537944" y="3524770"/>
                </a:lnTo>
                <a:lnTo>
                  <a:pt x="1525600" y="3522281"/>
                </a:lnTo>
                <a:lnTo>
                  <a:pt x="1501190" y="3522281"/>
                </a:lnTo>
                <a:lnTo>
                  <a:pt x="1488833" y="3524770"/>
                </a:lnTo>
                <a:lnTo>
                  <a:pt x="1478749" y="3531578"/>
                </a:lnTo>
                <a:lnTo>
                  <a:pt x="1471955" y="3541661"/>
                </a:lnTo>
                <a:lnTo>
                  <a:pt x="1469453" y="3554018"/>
                </a:lnTo>
                <a:lnTo>
                  <a:pt x="1471955" y="3566363"/>
                </a:lnTo>
                <a:lnTo>
                  <a:pt x="1478749" y="3576447"/>
                </a:lnTo>
                <a:lnTo>
                  <a:pt x="1488833" y="3583254"/>
                </a:lnTo>
                <a:lnTo>
                  <a:pt x="1501190" y="3585743"/>
                </a:lnTo>
                <a:lnTo>
                  <a:pt x="1525600" y="3585743"/>
                </a:lnTo>
                <a:lnTo>
                  <a:pt x="1537944" y="3583254"/>
                </a:lnTo>
                <a:lnTo>
                  <a:pt x="1548028" y="3576447"/>
                </a:lnTo>
                <a:lnTo>
                  <a:pt x="1554835" y="3566363"/>
                </a:lnTo>
                <a:lnTo>
                  <a:pt x="1557324" y="3554018"/>
                </a:lnTo>
                <a:close/>
              </a:path>
              <a:path w="3585845" h="3585845" extrusionOk="0">
                <a:moveTo>
                  <a:pt x="3585756" y="366763"/>
                </a:moveTo>
                <a:lnTo>
                  <a:pt x="3582898" y="320814"/>
                </a:lnTo>
                <a:lnTo>
                  <a:pt x="3574542" y="276567"/>
                </a:lnTo>
                <a:lnTo>
                  <a:pt x="3561029" y="234340"/>
                </a:lnTo>
                <a:lnTo>
                  <a:pt x="3542715" y="194487"/>
                </a:lnTo>
                <a:lnTo>
                  <a:pt x="3519957" y="157365"/>
                </a:lnTo>
                <a:lnTo>
                  <a:pt x="3493084" y="123304"/>
                </a:lnTo>
                <a:lnTo>
                  <a:pt x="3462439" y="92671"/>
                </a:lnTo>
                <a:lnTo>
                  <a:pt x="3428390" y="65798"/>
                </a:lnTo>
                <a:lnTo>
                  <a:pt x="3391255" y="43040"/>
                </a:lnTo>
                <a:lnTo>
                  <a:pt x="3351415" y="24726"/>
                </a:lnTo>
                <a:lnTo>
                  <a:pt x="3309188" y="11214"/>
                </a:lnTo>
                <a:lnTo>
                  <a:pt x="3264928" y="2857"/>
                </a:lnTo>
                <a:lnTo>
                  <a:pt x="3218980" y="0"/>
                </a:lnTo>
                <a:lnTo>
                  <a:pt x="369214" y="0"/>
                </a:lnTo>
                <a:lnTo>
                  <a:pt x="323278" y="2857"/>
                </a:lnTo>
                <a:lnTo>
                  <a:pt x="279019" y="11214"/>
                </a:lnTo>
                <a:lnTo>
                  <a:pt x="236791" y="24726"/>
                </a:lnTo>
                <a:lnTo>
                  <a:pt x="196938" y="43040"/>
                </a:lnTo>
                <a:lnTo>
                  <a:pt x="159816" y="65798"/>
                </a:lnTo>
                <a:lnTo>
                  <a:pt x="125755" y="92671"/>
                </a:lnTo>
                <a:lnTo>
                  <a:pt x="95123" y="123304"/>
                </a:lnTo>
                <a:lnTo>
                  <a:pt x="68249" y="157365"/>
                </a:lnTo>
                <a:lnTo>
                  <a:pt x="45478" y="194487"/>
                </a:lnTo>
                <a:lnTo>
                  <a:pt x="27178" y="234340"/>
                </a:lnTo>
                <a:lnTo>
                  <a:pt x="13665" y="276567"/>
                </a:lnTo>
                <a:lnTo>
                  <a:pt x="5308" y="320814"/>
                </a:lnTo>
                <a:lnTo>
                  <a:pt x="2438" y="366763"/>
                </a:lnTo>
                <a:lnTo>
                  <a:pt x="2438" y="1791652"/>
                </a:lnTo>
                <a:lnTo>
                  <a:pt x="4749" y="1803057"/>
                </a:lnTo>
                <a:lnTo>
                  <a:pt x="11023" y="1812366"/>
                </a:lnTo>
                <a:lnTo>
                  <a:pt x="20332" y="1818640"/>
                </a:lnTo>
                <a:lnTo>
                  <a:pt x="31737" y="1820938"/>
                </a:lnTo>
                <a:lnTo>
                  <a:pt x="43141" y="1818640"/>
                </a:lnTo>
                <a:lnTo>
                  <a:pt x="52451" y="1812366"/>
                </a:lnTo>
                <a:lnTo>
                  <a:pt x="58724" y="1803057"/>
                </a:lnTo>
                <a:lnTo>
                  <a:pt x="61023" y="1791652"/>
                </a:lnTo>
                <a:lnTo>
                  <a:pt x="61023" y="366763"/>
                </a:lnTo>
                <a:lnTo>
                  <a:pt x="64376" y="321284"/>
                </a:lnTo>
                <a:lnTo>
                  <a:pt x="74104" y="277850"/>
                </a:lnTo>
                <a:lnTo>
                  <a:pt x="89712" y="236956"/>
                </a:lnTo>
                <a:lnTo>
                  <a:pt x="110744" y="199072"/>
                </a:lnTo>
                <a:lnTo>
                  <a:pt x="136715" y="164680"/>
                </a:lnTo>
                <a:lnTo>
                  <a:pt x="167132" y="134264"/>
                </a:lnTo>
                <a:lnTo>
                  <a:pt x="201523" y="108305"/>
                </a:lnTo>
                <a:lnTo>
                  <a:pt x="239407" y="87274"/>
                </a:lnTo>
                <a:lnTo>
                  <a:pt x="280314" y="71653"/>
                </a:lnTo>
                <a:lnTo>
                  <a:pt x="323735" y="61937"/>
                </a:lnTo>
                <a:lnTo>
                  <a:pt x="369214" y="58585"/>
                </a:lnTo>
                <a:lnTo>
                  <a:pt x="3218980" y="58585"/>
                </a:lnTo>
                <a:lnTo>
                  <a:pt x="3264458" y="61937"/>
                </a:lnTo>
                <a:lnTo>
                  <a:pt x="3307892" y="71653"/>
                </a:lnTo>
                <a:lnTo>
                  <a:pt x="3348786" y="87274"/>
                </a:lnTo>
                <a:lnTo>
                  <a:pt x="3386671" y="108305"/>
                </a:lnTo>
                <a:lnTo>
                  <a:pt x="3421062" y="134264"/>
                </a:lnTo>
                <a:lnTo>
                  <a:pt x="3451491" y="164680"/>
                </a:lnTo>
                <a:lnTo>
                  <a:pt x="3477450" y="199072"/>
                </a:lnTo>
                <a:lnTo>
                  <a:pt x="3498481" y="236956"/>
                </a:lnTo>
                <a:lnTo>
                  <a:pt x="3514102" y="277850"/>
                </a:lnTo>
                <a:lnTo>
                  <a:pt x="3523831" y="321284"/>
                </a:lnTo>
                <a:lnTo>
                  <a:pt x="3527171" y="366763"/>
                </a:lnTo>
                <a:lnTo>
                  <a:pt x="3527171" y="3216529"/>
                </a:lnTo>
                <a:lnTo>
                  <a:pt x="3523831" y="3262007"/>
                </a:lnTo>
                <a:lnTo>
                  <a:pt x="3514102" y="3305441"/>
                </a:lnTo>
                <a:lnTo>
                  <a:pt x="3498481" y="3346335"/>
                </a:lnTo>
                <a:lnTo>
                  <a:pt x="3477450" y="3384219"/>
                </a:lnTo>
                <a:lnTo>
                  <a:pt x="3451491" y="3418611"/>
                </a:lnTo>
                <a:lnTo>
                  <a:pt x="3421062" y="3449040"/>
                </a:lnTo>
                <a:lnTo>
                  <a:pt x="3386671" y="3474999"/>
                </a:lnTo>
                <a:lnTo>
                  <a:pt x="3348786" y="3496030"/>
                </a:lnTo>
                <a:lnTo>
                  <a:pt x="3307892" y="3511651"/>
                </a:lnTo>
                <a:lnTo>
                  <a:pt x="3264458" y="3521367"/>
                </a:lnTo>
                <a:lnTo>
                  <a:pt x="3218980" y="3524720"/>
                </a:lnTo>
                <a:lnTo>
                  <a:pt x="1806194" y="3524720"/>
                </a:lnTo>
                <a:lnTo>
                  <a:pt x="1794103" y="3522281"/>
                </a:lnTo>
                <a:lnTo>
                  <a:pt x="1769694" y="3522281"/>
                </a:lnTo>
                <a:lnTo>
                  <a:pt x="1757349" y="3524770"/>
                </a:lnTo>
                <a:lnTo>
                  <a:pt x="1747253" y="3531578"/>
                </a:lnTo>
                <a:lnTo>
                  <a:pt x="1740458" y="3541661"/>
                </a:lnTo>
                <a:lnTo>
                  <a:pt x="1737956" y="3554018"/>
                </a:lnTo>
                <a:lnTo>
                  <a:pt x="1740458" y="3566363"/>
                </a:lnTo>
                <a:lnTo>
                  <a:pt x="1747253" y="3576447"/>
                </a:lnTo>
                <a:lnTo>
                  <a:pt x="1757349" y="3583254"/>
                </a:lnTo>
                <a:lnTo>
                  <a:pt x="1769694" y="3585743"/>
                </a:lnTo>
                <a:lnTo>
                  <a:pt x="1794103" y="3585743"/>
                </a:lnTo>
                <a:lnTo>
                  <a:pt x="1806194" y="3583305"/>
                </a:lnTo>
                <a:lnTo>
                  <a:pt x="3218980" y="3583305"/>
                </a:lnTo>
                <a:lnTo>
                  <a:pt x="3264928" y="3580434"/>
                </a:lnTo>
                <a:lnTo>
                  <a:pt x="3309188" y="3572078"/>
                </a:lnTo>
                <a:lnTo>
                  <a:pt x="3351415" y="3558578"/>
                </a:lnTo>
                <a:lnTo>
                  <a:pt x="3391255" y="3540264"/>
                </a:lnTo>
                <a:lnTo>
                  <a:pt x="3428390" y="3517506"/>
                </a:lnTo>
                <a:lnTo>
                  <a:pt x="3462439" y="3490620"/>
                </a:lnTo>
                <a:lnTo>
                  <a:pt x="3493084" y="3459988"/>
                </a:lnTo>
                <a:lnTo>
                  <a:pt x="3519957" y="3425926"/>
                </a:lnTo>
                <a:lnTo>
                  <a:pt x="3542715" y="3388804"/>
                </a:lnTo>
                <a:lnTo>
                  <a:pt x="3561029" y="3348952"/>
                </a:lnTo>
                <a:lnTo>
                  <a:pt x="3574542" y="3306724"/>
                </a:lnTo>
                <a:lnTo>
                  <a:pt x="3582898" y="3262477"/>
                </a:lnTo>
                <a:lnTo>
                  <a:pt x="3585756" y="3216529"/>
                </a:lnTo>
                <a:lnTo>
                  <a:pt x="3585756" y="366763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3" name="Google Shape;603;p26"/>
          <p:cNvSpPr txBox="1">
            <a:spLocks noGrp="1"/>
          </p:cNvSpPr>
          <p:nvPr>
            <p:ph type="body" idx="1"/>
          </p:nvPr>
        </p:nvSpPr>
        <p:spPr>
          <a:xfrm flipH="1">
            <a:off x="2334680" y="3563464"/>
            <a:ext cx="2558609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04" name="Google Shape;604;p26"/>
          <p:cNvSpPr txBox="1">
            <a:spLocks noGrp="1"/>
          </p:cNvSpPr>
          <p:nvPr>
            <p:ph type="body" idx="2"/>
          </p:nvPr>
        </p:nvSpPr>
        <p:spPr>
          <a:xfrm>
            <a:off x="2397007" y="4938559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05" name="Google Shape;605;p26"/>
          <p:cNvSpPr txBox="1">
            <a:spLocks noGrp="1"/>
          </p:cNvSpPr>
          <p:nvPr>
            <p:ph type="body" idx="3"/>
          </p:nvPr>
        </p:nvSpPr>
        <p:spPr>
          <a:xfrm>
            <a:off x="1884543" y="6654055"/>
            <a:ext cx="34588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06" name="Google Shape;606;p26"/>
          <p:cNvSpPr txBox="1">
            <a:spLocks noGrp="1"/>
          </p:cNvSpPr>
          <p:nvPr>
            <p:ph type="body" idx="4"/>
          </p:nvPr>
        </p:nvSpPr>
        <p:spPr>
          <a:xfrm>
            <a:off x="1884543" y="7147055"/>
            <a:ext cx="3458882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07" name="Google Shape;607;p26"/>
          <p:cNvSpPr/>
          <p:nvPr/>
        </p:nvSpPr>
        <p:spPr>
          <a:xfrm>
            <a:off x="6355433" y="3064599"/>
            <a:ext cx="3007360" cy="3007360"/>
          </a:xfrm>
          <a:custGeom>
            <a:avLst/>
            <a:gdLst/>
            <a:ahLst/>
            <a:cxnLst/>
            <a:rect l="l" t="t" r="r" b="b"/>
            <a:pathLst>
              <a:path w="3007360" h="3007360" extrusionOk="0">
                <a:moveTo>
                  <a:pt x="2792689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792689"/>
                </a:lnTo>
                <a:lnTo>
                  <a:pt x="5666" y="2841886"/>
                </a:lnTo>
                <a:lnTo>
                  <a:pt x="21807" y="2887048"/>
                </a:lnTo>
                <a:lnTo>
                  <a:pt x="47135" y="2926886"/>
                </a:lnTo>
                <a:lnTo>
                  <a:pt x="80362" y="2960113"/>
                </a:lnTo>
                <a:lnTo>
                  <a:pt x="120200" y="2985440"/>
                </a:lnTo>
                <a:lnTo>
                  <a:pt x="165362" y="3001582"/>
                </a:lnTo>
                <a:lnTo>
                  <a:pt x="214558" y="3007248"/>
                </a:lnTo>
                <a:lnTo>
                  <a:pt x="2792689" y="3007248"/>
                </a:lnTo>
                <a:lnTo>
                  <a:pt x="2841886" y="3001582"/>
                </a:lnTo>
                <a:lnTo>
                  <a:pt x="2887048" y="2985440"/>
                </a:lnTo>
                <a:lnTo>
                  <a:pt x="2926886" y="2960113"/>
                </a:lnTo>
                <a:lnTo>
                  <a:pt x="2960113" y="2926886"/>
                </a:lnTo>
                <a:lnTo>
                  <a:pt x="2985440" y="2887048"/>
                </a:lnTo>
                <a:lnTo>
                  <a:pt x="3001582" y="2841886"/>
                </a:lnTo>
                <a:lnTo>
                  <a:pt x="3007248" y="2792689"/>
                </a:lnTo>
                <a:lnTo>
                  <a:pt x="3007248" y="214558"/>
                </a:lnTo>
                <a:lnTo>
                  <a:pt x="3001582" y="165362"/>
                </a:lnTo>
                <a:lnTo>
                  <a:pt x="2985440" y="120200"/>
                </a:lnTo>
                <a:lnTo>
                  <a:pt x="2960113" y="80362"/>
                </a:lnTo>
                <a:lnTo>
                  <a:pt x="2926886" y="47135"/>
                </a:lnTo>
                <a:lnTo>
                  <a:pt x="2887048" y="21807"/>
                </a:lnTo>
                <a:lnTo>
                  <a:pt x="2841886" y="5666"/>
                </a:lnTo>
                <a:lnTo>
                  <a:pt x="279268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8" name="Google Shape;608;p26"/>
          <p:cNvSpPr/>
          <p:nvPr/>
        </p:nvSpPr>
        <p:spPr>
          <a:xfrm>
            <a:off x="6066191" y="2776581"/>
            <a:ext cx="3585845" cy="3585845"/>
          </a:xfrm>
          <a:custGeom>
            <a:avLst/>
            <a:gdLst/>
            <a:ahLst/>
            <a:cxnLst/>
            <a:rect l="l" t="t" r="r" b="b"/>
            <a:pathLst>
              <a:path w="3585845" h="3585845" extrusionOk="0">
                <a:moveTo>
                  <a:pt x="63474" y="2999270"/>
                </a:moveTo>
                <a:lnTo>
                  <a:pt x="60985" y="2986913"/>
                </a:lnTo>
                <a:lnTo>
                  <a:pt x="54178" y="2976829"/>
                </a:lnTo>
                <a:lnTo>
                  <a:pt x="44094" y="2970022"/>
                </a:lnTo>
                <a:lnTo>
                  <a:pt x="31737" y="2967532"/>
                </a:lnTo>
                <a:lnTo>
                  <a:pt x="19380" y="2970022"/>
                </a:lnTo>
                <a:lnTo>
                  <a:pt x="9296" y="2976829"/>
                </a:lnTo>
                <a:lnTo>
                  <a:pt x="2501" y="2986913"/>
                </a:lnTo>
                <a:lnTo>
                  <a:pt x="0" y="2999270"/>
                </a:lnTo>
                <a:lnTo>
                  <a:pt x="0" y="3023679"/>
                </a:lnTo>
                <a:lnTo>
                  <a:pt x="2501" y="3036024"/>
                </a:lnTo>
                <a:lnTo>
                  <a:pt x="9296" y="3046120"/>
                </a:lnTo>
                <a:lnTo>
                  <a:pt x="19380" y="3052915"/>
                </a:lnTo>
                <a:lnTo>
                  <a:pt x="31737" y="3055416"/>
                </a:lnTo>
                <a:lnTo>
                  <a:pt x="44094" y="3052915"/>
                </a:lnTo>
                <a:lnTo>
                  <a:pt x="54178" y="3046120"/>
                </a:lnTo>
                <a:lnTo>
                  <a:pt x="60985" y="3036024"/>
                </a:lnTo>
                <a:lnTo>
                  <a:pt x="63474" y="3023679"/>
                </a:lnTo>
                <a:lnTo>
                  <a:pt x="63474" y="2999270"/>
                </a:lnTo>
                <a:close/>
              </a:path>
              <a:path w="3585845" h="3585845" extrusionOk="0">
                <a:moveTo>
                  <a:pt x="63474" y="2730766"/>
                </a:moveTo>
                <a:lnTo>
                  <a:pt x="60985" y="2718409"/>
                </a:lnTo>
                <a:lnTo>
                  <a:pt x="54178" y="2708325"/>
                </a:lnTo>
                <a:lnTo>
                  <a:pt x="44094" y="2701518"/>
                </a:lnTo>
                <a:lnTo>
                  <a:pt x="31737" y="2699029"/>
                </a:lnTo>
                <a:lnTo>
                  <a:pt x="19380" y="2701518"/>
                </a:lnTo>
                <a:lnTo>
                  <a:pt x="9296" y="2708325"/>
                </a:lnTo>
                <a:lnTo>
                  <a:pt x="2501" y="2718409"/>
                </a:lnTo>
                <a:lnTo>
                  <a:pt x="0" y="2730766"/>
                </a:lnTo>
                <a:lnTo>
                  <a:pt x="0" y="2755163"/>
                </a:lnTo>
                <a:lnTo>
                  <a:pt x="2501" y="2767520"/>
                </a:lnTo>
                <a:lnTo>
                  <a:pt x="9296" y="2777617"/>
                </a:lnTo>
                <a:lnTo>
                  <a:pt x="19380" y="2784411"/>
                </a:lnTo>
                <a:lnTo>
                  <a:pt x="31737" y="2786900"/>
                </a:lnTo>
                <a:lnTo>
                  <a:pt x="44094" y="2784411"/>
                </a:lnTo>
                <a:lnTo>
                  <a:pt x="54178" y="2777617"/>
                </a:lnTo>
                <a:lnTo>
                  <a:pt x="60985" y="2767520"/>
                </a:lnTo>
                <a:lnTo>
                  <a:pt x="63474" y="2755163"/>
                </a:lnTo>
                <a:lnTo>
                  <a:pt x="63474" y="2730766"/>
                </a:lnTo>
                <a:close/>
              </a:path>
              <a:path w="3585845" h="3585845" extrusionOk="0">
                <a:moveTo>
                  <a:pt x="63474" y="2462250"/>
                </a:moveTo>
                <a:lnTo>
                  <a:pt x="60985" y="2449906"/>
                </a:lnTo>
                <a:lnTo>
                  <a:pt x="54178" y="2439822"/>
                </a:lnTo>
                <a:lnTo>
                  <a:pt x="44094" y="2433028"/>
                </a:lnTo>
                <a:lnTo>
                  <a:pt x="31737" y="2430526"/>
                </a:lnTo>
                <a:lnTo>
                  <a:pt x="19380" y="2433028"/>
                </a:lnTo>
                <a:lnTo>
                  <a:pt x="9296" y="2439822"/>
                </a:lnTo>
                <a:lnTo>
                  <a:pt x="2501" y="2449906"/>
                </a:lnTo>
                <a:lnTo>
                  <a:pt x="0" y="2462250"/>
                </a:lnTo>
                <a:lnTo>
                  <a:pt x="0" y="2486660"/>
                </a:lnTo>
                <a:lnTo>
                  <a:pt x="2501" y="2499017"/>
                </a:lnTo>
                <a:lnTo>
                  <a:pt x="9296" y="2509101"/>
                </a:lnTo>
                <a:lnTo>
                  <a:pt x="19380" y="2515908"/>
                </a:lnTo>
                <a:lnTo>
                  <a:pt x="31737" y="2518397"/>
                </a:lnTo>
                <a:lnTo>
                  <a:pt x="44094" y="2515908"/>
                </a:lnTo>
                <a:lnTo>
                  <a:pt x="54178" y="2509101"/>
                </a:lnTo>
                <a:lnTo>
                  <a:pt x="60985" y="2499017"/>
                </a:lnTo>
                <a:lnTo>
                  <a:pt x="63474" y="2486660"/>
                </a:lnTo>
                <a:lnTo>
                  <a:pt x="63474" y="2462250"/>
                </a:lnTo>
                <a:close/>
              </a:path>
              <a:path w="3585845" h="3585845" extrusionOk="0">
                <a:moveTo>
                  <a:pt x="63474" y="2193747"/>
                </a:moveTo>
                <a:lnTo>
                  <a:pt x="60985" y="2181402"/>
                </a:lnTo>
                <a:lnTo>
                  <a:pt x="54178" y="2171319"/>
                </a:lnTo>
                <a:lnTo>
                  <a:pt x="44094" y="2164511"/>
                </a:lnTo>
                <a:lnTo>
                  <a:pt x="31737" y="2162022"/>
                </a:lnTo>
                <a:lnTo>
                  <a:pt x="19380" y="2164511"/>
                </a:lnTo>
                <a:lnTo>
                  <a:pt x="9296" y="2171319"/>
                </a:lnTo>
                <a:lnTo>
                  <a:pt x="2501" y="2181402"/>
                </a:lnTo>
                <a:lnTo>
                  <a:pt x="0" y="2193747"/>
                </a:lnTo>
                <a:lnTo>
                  <a:pt x="0" y="2218156"/>
                </a:lnTo>
                <a:lnTo>
                  <a:pt x="2501" y="2230513"/>
                </a:lnTo>
                <a:lnTo>
                  <a:pt x="9296" y="2240597"/>
                </a:lnTo>
                <a:lnTo>
                  <a:pt x="19380" y="2247404"/>
                </a:lnTo>
                <a:lnTo>
                  <a:pt x="31737" y="2249894"/>
                </a:lnTo>
                <a:lnTo>
                  <a:pt x="44094" y="2247404"/>
                </a:lnTo>
                <a:lnTo>
                  <a:pt x="54178" y="2240597"/>
                </a:lnTo>
                <a:lnTo>
                  <a:pt x="60985" y="2230513"/>
                </a:lnTo>
                <a:lnTo>
                  <a:pt x="63474" y="2218156"/>
                </a:lnTo>
                <a:lnTo>
                  <a:pt x="63474" y="2193747"/>
                </a:lnTo>
                <a:close/>
              </a:path>
              <a:path w="3585845" h="3585845" extrusionOk="0">
                <a:moveTo>
                  <a:pt x="63474" y="1925243"/>
                </a:moveTo>
                <a:lnTo>
                  <a:pt x="60985" y="1912899"/>
                </a:lnTo>
                <a:lnTo>
                  <a:pt x="54178" y="1902815"/>
                </a:lnTo>
                <a:lnTo>
                  <a:pt x="44094" y="1896008"/>
                </a:lnTo>
                <a:lnTo>
                  <a:pt x="31737" y="1893519"/>
                </a:lnTo>
                <a:lnTo>
                  <a:pt x="19380" y="1896008"/>
                </a:lnTo>
                <a:lnTo>
                  <a:pt x="9296" y="1902815"/>
                </a:lnTo>
                <a:lnTo>
                  <a:pt x="2501" y="1912899"/>
                </a:lnTo>
                <a:lnTo>
                  <a:pt x="0" y="1925243"/>
                </a:lnTo>
                <a:lnTo>
                  <a:pt x="0" y="1949653"/>
                </a:lnTo>
                <a:lnTo>
                  <a:pt x="2501" y="1962010"/>
                </a:lnTo>
                <a:lnTo>
                  <a:pt x="9296" y="1972094"/>
                </a:lnTo>
                <a:lnTo>
                  <a:pt x="19380" y="1978901"/>
                </a:lnTo>
                <a:lnTo>
                  <a:pt x="31737" y="1981390"/>
                </a:lnTo>
                <a:lnTo>
                  <a:pt x="44094" y="1978901"/>
                </a:lnTo>
                <a:lnTo>
                  <a:pt x="54178" y="1972094"/>
                </a:lnTo>
                <a:lnTo>
                  <a:pt x="60985" y="1962010"/>
                </a:lnTo>
                <a:lnTo>
                  <a:pt x="63474" y="1949653"/>
                </a:lnTo>
                <a:lnTo>
                  <a:pt x="63474" y="1925243"/>
                </a:lnTo>
                <a:close/>
              </a:path>
              <a:path w="3585845" h="3585845" extrusionOk="0">
                <a:moveTo>
                  <a:pt x="71348" y="3297110"/>
                </a:moveTo>
                <a:lnTo>
                  <a:pt x="71043" y="3284499"/>
                </a:lnTo>
                <a:lnTo>
                  <a:pt x="69430" y="3277362"/>
                </a:lnTo>
                <a:lnTo>
                  <a:pt x="68059" y="3270059"/>
                </a:lnTo>
                <a:lnTo>
                  <a:pt x="43395" y="3236811"/>
                </a:lnTo>
                <a:lnTo>
                  <a:pt x="30810" y="3236176"/>
                </a:lnTo>
                <a:lnTo>
                  <a:pt x="18973" y="3240506"/>
                </a:lnTo>
                <a:lnTo>
                  <a:pt x="10020" y="3248749"/>
                </a:lnTo>
                <a:lnTo>
                  <a:pt x="4813" y="3259734"/>
                </a:lnTo>
                <a:lnTo>
                  <a:pt x="4203" y="3272320"/>
                </a:lnTo>
                <a:lnTo>
                  <a:pt x="5257" y="3278911"/>
                </a:lnTo>
                <a:lnTo>
                  <a:pt x="20434" y="3316427"/>
                </a:lnTo>
                <a:lnTo>
                  <a:pt x="40081" y="3323272"/>
                </a:lnTo>
                <a:lnTo>
                  <a:pt x="42405" y="3323272"/>
                </a:lnTo>
                <a:lnTo>
                  <a:pt x="71348" y="3297110"/>
                </a:lnTo>
                <a:close/>
              </a:path>
              <a:path w="3585845" h="3585845" extrusionOk="0">
                <a:moveTo>
                  <a:pt x="223774" y="3508870"/>
                </a:moveTo>
                <a:lnTo>
                  <a:pt x="223278" y="3496716"/>
                </a:lnTo>
                <a:lnTo>
                  <a:pt x="218262" y="3485629"/>
                </a:lnTo>
                <a:lnTo>
                  <a:pt x="209054" y="3477031"/>
                </a:lnTo>
                <a:lnTo>
                  <a:pt x="202806" y="3473183"/>
                </a:lnTo>
                <a:lnTo>
                  <a:pt x="196608" y="3469043"/>
                </a:lnTo>
                <a:lnTo>
                  <a:pt x="190652" y="3464763"/>
                </a:lnTo>
                <a:lnTo>
                  <a:pt x="179184" y="3459556"/>
                </a:lnTo>
                <a:lnTo>
                  <a:pt x="167030" y="3459175"/>
                </a:lnTo>
                <a:lnTo>
                  <a:pt x="155613" y="3463379"/>
                </a:lnTo>
                <a:lnTo>
                  <a:pt x="146367" y="3471938"/>
                </a:lnTo>
                <a:lnTo>
                  <a:pt x="141160" y="3483419"/>
                </a:lnTo>
                <a:lnTo>
                  <a:pt x="140779" y="3495573"/>
                </a:lnTo>
                <a:lnTo>
                  <a:pt x="144983" y="3506990"/>
                </a:lnTo>
                <a:lnTo>
                  <a:pt x="175755" y="3531057"/>
                </a:lnTo>
                <a:lnTo>
                  <a:pt x="186702" y="3535781"/>
                </a:lnTo>
                <a:lnTo>
                  <a:pt x="192379" y="3535781"/>
                </a:lnTo>
                <a:lnTo>
                  <a:pt x="200253" y="3534791"/>
                </a:lnTo>
                <a:lnTo>
                  <a:pt x="207645" y="3531882"/>
                </a:lnTo>
                <a:lnTo>
                  <a:pt x="214160" y="3527158"/>
                </a:lnTo>
                <a:lnTo>
                  <a:pt x="219417" y="3520694"/>
                </a:lnTo>
                <a:lnTo>
                  <a:pt x="223774" y="3508870"/>
                </a:lnTo>
                <a:close/>
              </a:path>
              <a:path w="3585845" h="3585845" extrusionOk="0">
                <a:moveTo>
                  <a:pt x="483323" y="3554018"/>
                </a:moveTo>
                <a:lnTo>
                  <a:pt x="480822" y="3541661"/>
                </a:lnTo>
                <a:lnTo>
                  <a:pt x="474027" y="3531578"/>
                </a:lnTo>
                <a:lnTo>
                  <a:pt x="463931" y="3524770"/>
                </a:lnTo>
                <a:lnTo>
                  <a:pt x="451586" y="3522281"/>
                </a:lnTo>
                <a:lnTo>
                  <a:pt x="427177" y="3522281"/>
                </a:lnTo>
                <a:lnTo>
                  <a:pt x="414820" y="3524770"/>
                </a:lnTo>
                <a:lnTo>
                  <a:pt x="404736" y="3531578"/>
                </a:lnTo>
                <a:lnTo>
                  <a:pt x="397929" y="3541661"/>
                </a:lnTo>
                <a:lnTo>
                  <a:pt x="395439" y="3554018"/>
                </a:lnTo>
                <a:lnTo>
                  <a:pt x="397929" y="3566363"/>
                </a:lnTo>
                <a:lnTo>
                  <a:pt x="404736" y="3576447"/>
                </a:lnTo>
                <a:lnTo>
                  <a:pt x="414820" y="3583254"/>
                </a:lnTo>
                <a:lnTo>
                  <a:pt x="427177" y="3585743"/>
                </a:lnTo>
                <a:lnTo>
                  <a:pt x="451586" y="3585743"/>
                </a:lnTo>
                <a:lnTo>
                  <a:pt x="463931" y="3583254"/>
                </a:lnTo>
                <a:lnTo>
                  <a:pt x="474027" y="3576447"/>
                </a:lnTo>
                <a:lnTo>
                  <a:pt x="480822" y="3566363"/>
                </a:lnTo>
                <a:lnTo>
                  <a:pt x="483323" y="3554018"/>
                </a:lnTo>
                <a:close/>
              </a:path>
              <a:path w="3585845" h="3585845" extrusionOk="0">
                <a:moveTo>
                  <a:pt x="751827" y="3554018"/>
                </a:moveTo>
                <a:lnTo>
                  <a:pt x="749325" y="3541661"/>
                </a:lnTo>
                <a:lnTo>
                  <a:pt x="742530" y="3531578"/>
                </a:lnTo>
                <a:lnTo>
                  <a:pt x="732434" y="3524770"/>
                </a:lnTo>
                <a:lnTo>
                  <a:pt x="720090" y="3522281"/>
                </a:lnTo>
                <a:lnTo>
                  <a:pt x="695680" y="3522281"/>
                </a:lnTo>
                <a:lnTo>
                  <a:pt x="683323" y="3524770"/>
                </a:lnTo>
                <a:lnTo>
                  <a:pt x="673239" y="3531578"/>
                </a:lnTo>
                <a:lnTo>
                  <a:pt x="666432" y="3541661"/>
                </a:lnTo>
                <a:lnTo>
                  <a:pt x="663943" y="3554018"/>
                </a:lnTo>
                <a:lnTo>
                  <a:pt x="666432" y="3566363"/>
                </a:lnTo>
                <a:lnTo>
                  <a:pt x="673239" y="3576447"/>
                </a:lnTo>
                <a:lnTo>
                  <a:pt x="683323" y="3583254"/>
                </a:lnTo>
                <a:lnTo>
                  <a:pt x="695680" y="3585743"/>
                </a:lnTo>
                <a:lnTo>
                  <a:pt x="720090" y="3585743"/>
                </a:lnTo>
                <a:lnTo>
                  <a:pt x="732434" y="3583254"/>
                </a:lnTo>
                <a:lnTo>
                  <a:pt x="742530" y="3576447"/>
                </a:lnTo>
                <a:lnTo>
                  <a:pt x="749325" y="3566363"/>
                </a:lnTo>
                <a:lnTo>
                  <a:pt x="751827" y="3554018"/>
                </a:lnTo>
                <a:close/>
              </a:path>
              <a:path w="3585845" h="3585845" extrusionOk="0">
                <a:moveTo>
                  <a:pt x="1020330" y="3554018"/>
                </a:moveTo>
                <a:lnTo>
                  <a:pt x="1017828" y="3541661"/>
                </a:lnTo>
                <a:lnTo>
                  <a:pt x="1011034" y="3531578"/>
                </a:lnTo>
                <a:lnTo>
                  <a:pt x="1000950" y="3524770"/>
                </a:lnTo>
                <a:lnTo>
                  <a:pt x="988593" y="3522281"/>
                </a:lnTo>
                <a:lnTo>
                  <a:pt x="964184" y="3522281"/>
                </a:lnTo>
                <a:lnTo>
                  <a:pt x="951826" y="3524770"/>
                </a:lnTo>
                <a:lnTo>
                  <a:pt x="941743" y="3531578"/>
                </a:lnTo>
                <a:lnTo>
                  <a:pt x="934935" y="3541661"/>
                </a:lnTo>
                <a:lnTo>
                  <a:pt x="932446" y="3554018"/>
                </a:lnTo>
                <a:lnTo>
                  <a:pt x="934935" y="3566363"/>
                </a:lnTo>
                <a:lnTo>
                  <a:pt x="941743" y="3576447"/>
                </a:lnTo>
                <a:lnTo>
                  <a:pt x="951826" y="3583254"/>
                </a:lnTo>
                <a:lnTo>
                  <a:pt x="964184" y="3585743"/>
                </a:lnTo>
                <a:lnTo>
                  <a:pt x="988593" y="3585743"/>
                </a:lnTo>
                <a:lnTo>
                  <a:pt x="1000950" y="3583254"/>
                </a:lnTo>
                <a:lnTo>
                  <a:pt x="1011034" y="3576447"/>
                </a:lnTo>
                <a:lnTo>
                  <a:pt x="1017828" y="3566363"/>
                </a:lnTo>
                <a:lnTo>
                  <a:pt x="1020330" y="3554018"/>
                </a:lnTo>
                <a:close/>
              </a:path>
              <a:path w="3585845" h="3585845" extrusionOk="0">
                <a:moveTo>
                  <a:pt x="1288821" y="3554018"/>
                </a:moveTo>
                <a:lnTo>
                  <a:pt x="1286332" y="3541661"/>
                </a:lnTo>
                <a:lnTo>
                  <a:pt x="1279537" y="3531578"/>
                </a:lnTo>
                <a:lnTo>
                  <a:pt x="1269441" y="3524770"/>
                </a:lnTo>
                <a:lnTo>
                  <a:pt x="1257096" y="3522281"/>
                </a:lnTo>
                <a:lnTo>
                  <a:pt x="1232687" y="3522281"/>
                </a:lnTo>
                <a:lnTo>
                  <a:pt x="1220330" y="3524770"/>
                </a:lnTo>
                <a:lnTo>
                  <a:pt x="1210246" y="3531578"/>
                </a:lnTo>
                <a:lnTo>
                  <a:pt x="1203439" y="3541661"/>
                </a:lnTo>
                <a:lnTo>
                  <a:pt x="1200950" y="3554018"/>
                </a:lnTo>
                <a:lnTo>
                  <a:pt x="1203439" y="3566363"/>
                </a:lnTo>
                <a:lnTo>
                  <a:pt x="1210246" y="3576447"/>
                </a:lnTo>
                <a:lnTo>
                  <a:pt x="1220330" y="3583254"/>
                </a:lnTo>
                <a:lnTo>
                  <a:pt x="1232687" y="3585743"/>
                </a:lnTo>
                <a:lnTo>
                  <a:pt x="1257096" y="3585743"/>
                </a:lnTo>
                <a:lnTo>
                  <a:pt x="1269441" y="3583254"/>
                </a:lnTo>
                <a:lnTo>
                  <a:pt x="1279537" y="3576447"/>
                </a:lnTo>
                <a:lnTo>
                  <a:pt x="1286332" y="3566363"/>
                </a:lnTo>
                <a:lnTo>
                  <a:pt x="1288821" y="3554018"/>
                </a:lnTo>
                <a:close/>
              </a:path>
              <a:path w="3585845" h="3585845" extrusionOk="0">
                <a:moveTo>
                  <a:pt x="1557324" y="3554018"/>
                </a:moveTo>
                <a:lnTo>
                  <a:pt x="1554835" y="3541661"/>
                </a:lnTo>
                <a:lnTo>
                  <a:pt x="1548028" y="3531578"/>
                </a:lnTo>
                <a:lnTo>
                  <a:pt x="1537944" y="3524770"/>
                </a:lnTo>
                <a:lnTo>
                  <a:pt x="1525600" y="3522281"/>
                </a:lnTo>
                <a:lnTo>
                  <a:pt x="1501190" y="3522281"/>
                </a:lnTo>
                <a:lnTo>
                  <a:pt x="1488833" y="3524770"/>
                </a:lnTo>
                <a:lnTo>
                  <a:pt x="1478749" y="3531578"/>
                </a:lnTo>
                <a:lnTo>
                  <a:pt x="1471955" y="3541661"/>
                </a:lnTo>
                <a:lnTo>
                  <a:pt x="1469453" y="3554018"/>
                </a:lnTo>
                <a:lnTo>
                  <a:pt x="1471955" y="3566363"/>
                </a:lnTo>
                <a:lnTo>
                  <a:pt x="1478749" y="3576447"/>
                </a:lnTo>
                <a:lnTo>
                  <a:pt x="1488833" y="3583254"/>
                </a:lnTo>
                <a:lnTo>
                  <a:pt x="1501190" y="3585743"/>
                </a:lnTo>
                <a:lnTo>
                  <a:pt x="1525600" y="3585743"/>
                </a:lnTo>
                <a:lnTo>
                  <a:pt x="1537944" y="3583254"/>
                </a:lnTo>
                <a:lnTo>
                  <a:pt x="1548028" y="3576447"/>
                </a:lnTo>
                <a:lnTo>
                  <a:pt x="1554835" y="3566363"/>
                </a:lnTo>
                <a:lnTo>
                  <a:pt x="1557324" y="3554018"/>
                </a:lnTo>
                <a:close/>
              </a:path>
              <a:path w="3585845" h="3585845" extrusionOk="0">
                <a:moveTo>
                  <a:pt x="3585756" y="366763"/>
                </a:moveTo>
                <a:lnTo>
                  <a:pt x="3582898" y="320814"/>
                </a:lnTo>
                <a:lnTo>
                  <a:pt x="3574542" y="276567"/>
                </a:lnTo>
                <a:lnTo>
                  <a:pt x="3561029" y="234340"/>
                </a:lnTo>
                <a:lnTo>
                  <a:pt x="3542715" y="194487"/>
                </a:lnTo>
                <a:lnTo>
                  <a:pt x="3519957" y="157365"/>
                </a:lnTo>
                <a:lnTo>
                  <a:pt x="3493084" y="123304"/>
                </a:lnTo>
                <a:lnTo>
                  <a:pt x="3462439" y="92671"/>
                </a:lnTo>
                <a:lnTo>
                  <a:pt x="3428390" y="65798"/>
                </a:lnTo>
                <a:lnTo>
                  <a:pt x="3391255" y="43040"/>
                </a:lnTo>
                <a:lnTo>
                  <a:pt x="3351415" y="24726"/>
                </a:lnTo>
                <a:lnTo>
                  <a:pt x="3309188" y="11214"/>
                </a:lnTo>
                <a:lnTo>
                  <a:pt x="3264928" y="2857"/>
                </a:lnTo>
                <a:lnTo>
                  <a:pt x="3218980" y="0"/>
                </a:lnTo>
                <a:lnTo>
                  <a:pt x="369214" y="0"/>
                </a:lnTo>
                <a:lnTo>
                  <a:pt x="323278" y="2857"/>
                </a:lnTo>
                <a:lnTo>
                  <a:pt x="279019" y="11214"/>
                </a:lnTo>
                <a:lnTo>
                  <a:pt x="236791" y="24726"/>
                </a:lnTo>
                <a:lnTo>
                  <a:pt x="196938" y="43040"/>
                </a:lnTo>
                <a:lnTo>
                  <a:pt x="159816" y="65798"/>
                </a:lnTo>
                <a:lnTo>
                  <a:pt x="125755" y="92671"/>
                </a:lnTo>
                <a:lnTo>
                  <a:pt x="95123" y="123304"/>
                </a:lnTo>
                <a:lnTo>
                  <a:pt x="68249" y="157365"/>
                </a:lnTo>
                <a:lnTo>
                  <a:pt x="45478" y="194487"/>
                </a:lnTo>
                <a:lnTo>
                  <a:pt x="27178" y="234340"/>
                </a:lnTo>
                <a:lnTo>
                  <a:pt x="13665" y="276567"/>
                </a:lnTo>
                <a:lnTo>
                  <a:pt x="5308" y="320814"/>
                </a:lnTo>
                <a:lnTo>
                  <a:pt x="2438" y="366763"/>
                </a:lnTo>
                <a:lnTo>
                  <a:pt x="2438" y="1791652"/>
                </a:lnTo>
                <a:lnTo>
                  <a:pt x="4749" y="1803057"/>
                </a:lnTo>
                <a:lnTo>
                  <a:pt x="11023" y="1812366"/>
                </a:lnTo>
                <a:lnTo>
                  <a:pt x="20332" y="1818640"/>
                </a:lnTo>
                <a:lnTo>
                  <a:pt x="31737" y="1820938"/>
                </a:lnTo>
                <a:lnTo>
                  <a:pt x="43141" y="1818640"/>
                </a:lnTo>
                <a:lnTo>
                  <a:pt x="52451" y="1812366"/>
                </a:lnTo>
                <a:lnTo>
                  <a:pt x="58724" y="1803057"/>
                </a:lnTo>
                <a:lnTo>
                  <a:pt x="61023" y="1791652"/>
                </a:lnTo>
                <a:lnTo>
                  <a:pt x="61023" y="366763"/>
                </a:lnTo>
                <a:lnTo>
                  <a:pt x="64376" y="321284"/>
                </a:lnTo>
                <a:lnTo>
                  <a:pt x="74104" y="277850"/>
                </a:lnTo>
                <a:lnTo>
                  <a:pt x="89712" y="236956"/>
                </a:lnTo>
                <a:lnTo>
                  <a:pt x="110744" y="199072"/>
                </a:lnTo>
                <a:lnTo>
                  <a:pt x="136715" y="164680"/>
                </a:lnTo>
                <a:lnTo>
                  <a:pt x="167132" y="134264"/>
                </a:lnTo>
                <a:lnTo>
                  <a:pt x="201523" y="108305"/>
                </a:lnTo>
                <a:lnTo>
                  <a:pt x="239407" y="87274"/>
                </a:lnTo>
                <a:lnTo>
                  <a:pt x="280314" y="71653"/>
                </a:lnTo>
                <a:lnTo>
                  <a:pt x="323735" y="61937"/>
                </a:lnTo>
                <a:lnTo>
                  <a:pt x="369214" y="58585"/>
                </a:lnTo>
                <a:lnTo>
                  <a:pt x="3218980" y="58585"/>
                </a:lnTo>
                <a:lnTo>
                  <a:pt x="3264458" y="61937"/>
                </a:lnTo>
                <a:lnTo>
                  <a:pt x="3307892" y="71653"/>
                </a:lnTo>
                <a:lnTo>
                  <a:pt x="3348786" y="87274"/>
                </a:lnTo>
                <a:lnTo>
                  <a:pt x="3386671" y="108305"/>
                </a:lnTo>
                <a:lnTo>
                  <a:pt x="3421062" y="134264"/>
                </a:lnTo>
                <a:lnTo>
                  <a:pt x="3451491" y="164680"/>
                </a:lnTo>
                <a:lnTo>
                  <a:pt x="3477450" y="199072"/>
                </a:lnTo>
                <a:lnTo>
                  <a:pt x="3498481" y="236956"/>
                </a:lnTo>
                <a:lnTo>
                  <a:pt x="3514102" y="277850"/>
                </a:lnTo>
                <a:lnTo>
                  <a:pt x="3523831" y="321284"/>
                </a:lnTo>
                <a:lnTo>
                  <a:pt x="3527171" y="366763"/>
                </a:lnTo>
                <a:lnTo>
                  <a:pt x="3527171" y="3216529"/>
                </a:lnTo>
                <a:lnTo>
                  <a:pt x="3523831" y="3262007"/>
                </a:lnTo>
                <a:lnTo>
                  <a:pt x="3514102" y="3305441"/>
                </a:lnTo>
                <a:lnTo>
                  <a:pt x="3498481" y="3346335"/>
                </a:lnTo>
                <a:lnTo>
                  <a:pt x="3477450" y="3384219"/>
                </a:lnTo>
                <a:lnTo>
                  <a:pt x="3451491" y="3418611"/>
                </a:lnTo>
                <a:lnTo>
                  <a:pt x="3421062" y="3449040"/>
                </a:lnTo>
                <a:lnTo>
                  <a:pt x="3386671" y="3474999"/>
                </a:lnTo>
                <a:lnTo>
                  <a:pt x="3348786" y="3496030"/>
                </a:lnTo>
                <a:lnTo>
                  <a:pt x="3307892" y="3511651"/>
                </a:lnTo>
                <a:lnTo>
                  <a:pt x="3264458" y="3521367"/>
                </a:lnTo>
                <a:lnTo>
                  <a:pt x="3218980" y="3524720"/>
                </a:lnTo>
                <a:lnTo>
                  <a:pt x="1806194" y="3524720"/>
                </a:lnTo>
                <a:lnTo>
                  <a:pt x="1794103" y="3522281"/>
                </a:lnTo>
                <a:lnTo>
                  <a:pt x="1769694" y="3522281"/>
                </a:lnTo>
                <a:lnTo>
                  <a:pt x="1757349" y="3524770"/>
                </a:lnTo>
                <a:lnTo>
                  <a:pt x="1747253" y="3531578"/>
                </a:lnTo>
                <a:lnTo>
                  <a:pt x="1740458" y="3541661"/>
                </a:lnTo>
                <a:lnTo>
                  <a:pt x="1737956" y="3554018"/>
                </a:lnTo>
                <a:lnTo>
                  <a:pt x="1740458" y="3566363"/>
                </a:lnTo>
                <a:lnTo>
                  <a:pt x="1747253" y="3576447"/>
                </a:lnTo>
                <a:lnTo>
                  <a:pt x="1757349" y="3583254"/>
                </a:lnTo>
                <a:lnTo>
                  <a:pt x="1769694" y="3585743"/>
                </a:lnTo>
                <a:lnTo>
                  <a:pt x="1794103" y="3585743"/>
                </a:lnTo>
                <a:lnTo>
                  <a:pt x="1806194" y="3583305"/>
                </a:lnTo>
                <a:lnTo>
                  <a:pt x="3218980" y="3583305"/>
                </a:lnTo>
                <a:lnTo>
                  <a:pt x="3264928" y="3580434"/>
                </a:lnTo>
                <a:lnTo>
                  <a:pt x="3309188" y="3572078"/>
                </a:lnTo>
                <a:lnTo>
                  <a:pt x="3351415" y="3558578"/>
                </a:lnTo>
                <a:lnTo>
                  <a:pt x="3391255" y="3540264"/>
                </a:lnTo>
                <a:lnTo>
                  <a:pt x="3428390" y="3517506"/>
                </a:lnTo>
                <a:lnTo>
                  <a:pt x="3462439" y="3490620"/>
                </a:lnTo>
                <a:lnTo>
                  <a:pt x="3493084" y="3459988"/>
                </a:lnTo>
                <a:lnTo>
                  <a:pt x="3519957" y="3425926"/>
                </a:lnTo>
                <a:lnTo>
                  <a:pt x="3542715" y="3388804"/>
                </a:lnTo>
                <a:lnTo>
                  <a:pt x="3561029" y="3348952"/>
                </a:lnTo>
                <a:lnTo>
                  <a:pt x="3574542" y="3306724"/>
                </a:lnTo>
                <a:lnTo>
                  <a:pt x="3582898" y="3262477"/>
                </a:lnTo>
                <a:lnTo>
                  <a:pt x="3585756" y="3216529"/>
                </a:lnTo>
                <a:lnTo>
                  <a:pt x="3585756" y="366763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9" name="Google Shape;609;p26"/>
          <p:cNvSpPr/>
          <p:nvPr/>
        </p:nvSpPr>
        <p:spPr>
          <a:xfrm>
            <a:off x="10603014" y="3064599"/>
            <a:ext cx="3007360" cy="3007360"/>
          </a:xfrm>
          <a:custGeom>
            <a:avLst/>
            <a:gdLst/>
            <a:ahLst/>
            <a:cxnLst/>
            <a:rect l="l" t="t" r="r" b="b"/>
            <a:pathLst>
              <a:path w="3007360" h="3007360" extrusionOk="0">
                <a:moveTo>
                  <a:pt x="2792689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792689"/>
                </a:lnTo>
                <a:lnTo>
                  <a:pt x="5666" y="2841886"/>
                </a:lnTo>
                <a:lnTo>
                  <a:pt x="21807" y="2887048"/>
                </a:lnTo>
                <a:lnTo>
                  <a:pt x="47135" y="2926886"/>
                </a:lnTo>
                <a:lnTo>
                  <a:pt x="80362" y="2960113"/>
                </a:lnTo>
                <a:lnTo>
                  <a:pt x="120200" y="2985440"/>
                </a:lnTo>
                <a:lnTo>
                  <a:pt x="165362" y="3001582"/>
                </a:lnTo>
                <a:lnTo>
                  <a:pt x="214558" y="3007248"/>
                </a:lnTo>
                <a:lnTo>
                  <a:pt x="2792689" y="3007248"/>
                </a:lnTo>
                <a:lnTo>
                  <a:pt x="2841886" y="3001582"/>
                </a:lnTo>
                <a:lnTo>
                  <a:pt x="2887048" y="2985440"/>
                </a:lnTo>
                <a:lnTo>
                  <a:pt x="2926886" y="2960113"/>
                </a:lnTo>
                <a:lnTo>
                  <a:pt x="2960113" y="2926886"/>
                </a:lnTo>
                <a:lnTo>
                  <a:pt x="2985440" y="2887048"/>
                </a:lnTo>
                <a:lnTo>
                  <a:pt x="3001582" y="2841886"/>
                </a:lnTo>
                <a:lnTo>
                  <a:pt x="3007248" y="2792689"/>
                </a:lnTo>
                <a:lnTo>
                  <a:pt x="3007248" y="214558"/>
                </a:lnTo>
                <a:lnTo>
                  <a:pt x="3001582" y="165362"/>
                </a:lnTo>
                <a:lnTo>
                  <a:pt x="2985440" y="120200"/>
                </a:lnTo>
                <a:lnTo>
                  <a:pt x="2960113" y="80362"/>
                </a:lnTo>
                <a:lnTo>
                  <a:pt x="2926886" y="47135"/>
                </a:lnTo>
                <a:lnTo>
                  <a:pt x="2887048" y="21807"/>
                </a:lnTo>
                <a:lnTo>
                  <a:pt x="2841886" y="5666"/>
                </a:lnTo>
                <a:lnTo>
                  <a:pt x="279268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0" name="Google Shape;610;p26"/>
          <p:cNvSpPr/>
          <p:nvPr/>
        </p:nvSpPr>
        <p:spPr>
          <a:xfrm>
            <a:off x="10313772" y="2776581"/>
            <a:ext cx="3585845" cy="3585845"/>
          </a:xfrm>
          <a:custGeom>
            <a:avLst/>
            <a:gdLst/>
            <a:ahLst/>
            <a:cxnLst/>
            <a:rect l="l" t="t" r="r" b="b"/>
            <a:pathLst>
              <a:path w="3585845" h="3585845" extrusionOk="0">
                <a:moveTo>
                  <a:pt x="63474" y="2999270"/>
                </a:moveTo>
                <a:lnTo>
                  <a:pt x="60985" y="2986913"/>
                </a:lnTo>
                <a:lnTo>
                  <a:pt x="54178" y="2976829"/>
                </a:lnTo>
                <a:lnTo>
                  <a:pt x="44094" y="2970022"/>
                </a:lnTo>
                <a:lnTo>
                  <a:pt x="31737" y="2967532"/>
                </a:lnTo>
                <a:lnTo>
                  <a:pt x="19380" y="2970022"/>
                </a:lnTo>
                <a:lnTo>
                  <a:pt x="9296" y="2976829"/>
                </a:lnTo>
                <a:lnTo>
                  <a:pt x="2501" y="2986913"/>
                </a:lnTo>
                <a:lnTo>
                  <a:pt x="0" y="2999270"/>
                </a:lnTo>
                <a:lnTo>
                  <a:pt x="0" y="3023679"/>
                </a:lnTo>
                <a:lnTo>
                  <a:pt x="2501" y="3036024"/>
                </a:lnTo>
                <a:lnTo>
                  <a:pt x="9296" y="3046120"/>
                </a:lnTo>
                <a:lnTo>
                  <a:pt x="19380" y="3052915"/>
                </a:lnTo>
                <a:lnTo>
                  <a:pt x="31737" y="3055416"/>
                </a:lnTo>
                <a:lnTo>
                  <a:pt x="44094" y="3052915"/>
                </a:lnTo>
                <a:lnTo>
                  <a:pt x="54178" y="3046120"/>
                </a:lnTo>
                <a:lnTo>
                  <a:pt x="60985" y="3036024"/>
                </a:lnTo>
                <a:lnTo>
                  <a:pt x="63474" y="3023679"/>
                </a:lnTo>
                <a:lnTo>
                  <a:pt x="63474" y="2999270"/>
                </a:lnTo>
                <a:close/>
              </a:path>
              <a:path w="3585845" h="3585845" extrusionOk="0">
                <a:moveTo>
                  <a:pt x="63474" y="2730766"/>
                </a:moveTo>
                <a:lnTo>
                  <a:pt x="60985" y="2718409"/>
                </a:lnTo>
                <a:lnTo>
                  <a:pt x="54178" y="2708325"/>
                </a:lnTo>
                <a:lnTo>
                  <a:pt x="44094" y="2701518"/>
                </a:lnTo>
                <a:lnTo>
                  <a:pt x="31737" y="2699029"/>
                </a:lnTo>
                <a:lnTo>
                  <a:pt x="19380" y="2701518"/>
                </a:lnTo>
                <a:lnTo>
                  <a:pt x="9296" y="2708325"/>
                </a:lnTo>
                <a:lnTo>
                  <a:pt x="2501" y="2718409"/>
                </a:lnTo>
                <a:lnTo>
                  <a:pt x="0" y="2730766"/>
                </a:lnTo>
                <a:lnTo>
                  <a:pt x="0" y="2755163"/>
                </a:lnTo>
                <a:lnTo>
                  <a:pt x="2501" y="2767520"/>
                </a:lnTo>
                <a:lnTo>
                  <a:pt x="9296" y="2777617"/>
                </a:lnTo>
                <a:lnTo>
                  <a:pt x="19380" y="2784411"/>
                </a:lnTo>
                <a:lnTo>
                  <a:pt x="31737" y="2786900"/>
                </a:lnTo>
                <a:lnTo>
                  <a:pt x="44094" y="2784411"/>
                </a:lnTo>
                <a:lnTo>
                  <a:pt x="54178" y="2777617"/>
                </a:lnTo>
                <a:lnTo>
                  <a:pt x="60985" y="2767520"/>
                </a:lnTo>
                <a:lnTo>
                  <a:pt x="63474" y="2755163"/>
                </a:lnTo>
                <a:lnTo>
                  <a:pt x="63474" y="2730766"/>
                </a:lnTo>
                <a:close/>
              </a:path>
              <a:path w="3585845" h="3585845" extrusionOk="0">
                <a:moveTo>
                  <a:pt x="63474" y="2462250"/>
                </a:moveTo>
                <a:lnTo>
                  <a:pt x="60985" y="2449906"/>
                </a:lnTo>
                <a:lnTo>
                  <a:pt x="54178" y="2439822"/>
                </a:lnTo>
                <a:lnTo>
                  <a:pt x="44094" y="2433028"/>
                </a:lnTo>
                <a:lnTo>
                  <a:pt x="31737" y="2430526"/>
                </a:lnTo>
                <a:lnTo>
                  <a:pt x="19380" y="2433028"/>
                </a:lnTo>
                <a:lnTo>
                  <a:pt x="9296" y="2439822"/>
                </a:lnTo>
                <a:lnTo>
                  <a:pt x="2501" y="2449906"/>
                </a:lnTo>
                <a:lnTo>
                  <a:pt x="0" y="2462250"/>
                </a:lnTo>
                <a:lnTo>
                  <a:pt x="0" y="2486660"/>
                </a:lnTo>
                <a:lnTo>
                  <a:pt x="2501" y="2499017"/>
                </a:lnTo>
                <a:lnTo>
                  <a:pt x="9296" y="2509101"/>
                </a:lnTo>
                <a:lnTo>
                  <a:pt x="19380" y="2515908"/>
                </a:lnTo>
                <a:lnTo>
                  <a:pt x="31737" y="2518397"/>
                </a:lnTo>
                <a:lnTo>
                  <a:pt x="44094" y="2515908"/>
                </a:lnTo>
                <a:lnTo>
                  <a:pt x="54178" y="2509101"/>
                </a:lnTo>
                <a:lnTo>
                  <a:pt x="60985" y="2499017"/>
                </a:lnTo>
                <a:lnTo>
                  <a:pt x="63474" y="2486660"/>
                </a:lnTo>
                <a:lnTo>
                  <a:pt x="63474" y="2462250"/>
                </a:lnTo>
                <a:close/>
              </a:path>
              <a:path w="3585845" h="3585845" extrusionOk="0">
                <a:moveTo>
                  <a:pt x="63474" y="2193747"/>
                </a:moveTo>
                <a:lnTo>
                  <a:pt x="60985" y="2181402"/>
                </a:lnTo>
                <a:lnTo>
                  <a:pt x="54178" y="2171319"/>
                </a:lnTo>
                <a:lnTo>
                  <a:pt x="44094" y="2164511"/>
                </a:lnTo>
                <a:lnTo>
                  <a:pt x="31737" y="2162022"/>
                </a:lnTo>
                <a:lnTo>
                  <a:pt x="19380" y="2164511"/>
                </a:lnTo>
                <a:lnTo>
                  <a:pt x="9296" y="2171319"/>
                </a:lnTo>
                <a:lnTo>
                  <a:pt x="2501" y="2181402"/>
                </a:lnTo>
                <a:lnTo>
                  <a:pt x="0" y="2193747"/>
                </a:lnTo>
                <a:lnTo>
                  <a:pt x="0" y="2218156"/>
                </a:lnTo>
                <a:lnTo>
                  <a:pt x="2501" y="2230513"/>
                </a:lnTo>
                <a:lnTo>
                  <a:pt x="9296" y="2240597"/>
                </a:lnTo>
                <a:lnTo>
                  <a:pt x="19380" y="2247404"/>
                </a:lnTo>
                <a:lnTo>
                  <a:pt x="31737" y="2249894"/>
                </a:lnTo>
                <a:lnTo>
                  <a:pt x="44094" y="2247404"/>
                </a:lnTo>
                <a:lnTo>
                  <a:pt x="54178" y="2240597"/>
                </a:lnTo>
                <a:lnTo>
                  <a:pt x="60985" y="2230513"/>
                </a:lnTo>
                <a:lnTo>
                  <a:pt x="63474" y="2218156"/>
                </a:lnTo>
                <a:lnTo>
                  <a:pt x="63474" y="2193747"/>
                </a:lnTo>
                <a:close/>
              </a:path>
              <a:path w="3585845" h="3585845" extrusionOk="0">
                <a:moveTo>
                  <a:pt x="63474" y="1925243"/>
                </a:moveTo>
                <a:lnTo>
                  <a:pt x="60985" y="1912899"/>
                </a:lnTo>
                <a:lnTo>
                  <a:pt x="54178" y="1902815"/>
                </a:lnTo>
                <a:lnTo>
                  <a:pt x="44094" y="1896008"/>
                </a:lnTo>
                <a:lnTo>
                  <a:pt x="31737" y="1893519"/>
                </a:lnTo>
                <a:lnTo>
                  <a:pt x="19380" y="1896008"/>
                </a:lnTo>
                <a:lnTo>
                  <a:pt x="9296" y="1902815"/>
                </a:lnTo>
                <a:lnTo>
                  <a:pt x="2501" y="1912899"/>
                </a:lnTo>
                <a:lnTo>
                  <a:pt x="0" y="1925243"/>
                </a:lnTo>
                <a:lnTo>
                  <a:pt x="0" y="1949653"/>
                </a:lnTo>
                <a:lnTo>
                  <a:pt x="2501" y="1962010"/>
                </a:lnTo>
                <a:lnTo>
                  <a:pt x="9296" y="1972094"/>
                </a:lnTo>
                <a:lnTo>
                  <a:pt x="19380" y="1978901"/>
                </a:lnTo>
                <a:lnTo>
                  <a:pt x="31737" y="1981390"/>
                </a:lnTo>
                <a:lnTo>
                  <a:pt x="44094" y="1978901"/>
                </a:lnTo>
                <a:lnTo>
                  <a:pt x="54178" y="1972094"/>
                </a:lnTo>
                <a:lnTo>
                  <a:pt x="60985" y="1962010"/>
                </a:lnTo>
                <a:lnTo>
                  <a:pt x="63474" y="1949653"/>
                </a:lnTo>
                <a:lnTo>
                  <a:pt x="63474" y="1925243"/>
                </a:lnTo>
                <a:close/>
              </a:path>
              <a:path w="3585845" h="3585845" extrusionOk="0">
                <a:moveTo>
                  <a:pt x="71348" y="3297110"/>
                </a:moveTo>
                <a:lnTo>
                  <a:pt x="71043" y="3284499"/>
                </a:lnTo>
                <a:lnTo>
                  <a:pt x="69430" y="3277362"/>
                </a:lnTo>
                <a:lnTo>
                  <a:pt x="68059" y="3270059"/>
                </a:lnTo>
                <a:lnTo>
                  <a:pt x="43395" y="3236811"/>
                </a:lnTo>
                <a:lnTo>
                  <a:pt x="30810" y="3236176"/>
                </a:lnTo>
                <a:lnTo>
                  <a:pt x="18973" y="3240506"/>
                </a:lnTo>
                <a:lnTo>
                  <a:pt x="10020" y="3248749"/>
                </a:lnTo>
                <a:lnTo>
                  <a:pt x="4813" y="3259734"/>
                </a:lnTo>
                <a:lnTo>
                  <a:pt x="4203" y="3272320"/>
                </a:lnTo>
                <a:lnTo>
                  <a:pt x="5257" y="3278911"/>
                </a:lnTo>
                <a:lnTo>
                  <a:pt x="20434" y="3316427"/>
                </a:lnTo>
                <a:lnTo>
                  <a:pt x="40081" y="3323272"/>
                </a:lnTo>
                <a:lnTo>
                  <a:pt x="42405" y="3323272"/>
                </a:lnTo>
                <a:lnTo>
                  <a:pt x="71348" y="3297110"/>
                </a:lnTo>
                <a:close/>
              </a:path>
              <a:path w="3585845" h="3585845" extrusionOk="0">
                <a:moveTo>
                  <a:pt x="223774" y="3508870"/>
                </a:moveTo>
                <a:lnTo>
                  <a:pt x="223278" y="3496716"/>
                </a:lnTo>
                <a:lnTo>
                  <a:pt x="218262" y="3485629"/>
                </a:lnTo>
                <a:lnTo>
                  <a:pt x="209054" y="3477031"/>
                </a:lnTo>
                <a:lnTo>
                  <a:pt x="202806" y="3473183"/>
                </a:lnTo>
                <a:lnTo>
                  <a:pt x="196608" y="3469043"/>
                </a:lnTo>
                <a:lnTo>
                  <a:pt x="190652" y="3464763"/>
                </a:lnTo>
                <a:lnTo>
                  <a:pt x="179184" y="3459556"/>
                </a:lnTo>
                <a:lnTo>
                  <a:pt x="167030" y="3459175"/>
                </a:lnTo>
                <a:lnTo>
                  <a:pt x="155613" y="3463379"/>
                </a:lnTo>
                <a:lnTo>
                  <a:pt x="146367" y="3471938"/>
                </a:lnTo>
                <a:lnTo>
                  <a:pt x="141160" y="3483419"/>
                </a:lnTo>
                <a:lnTo>
                  <a:pt x="140779" y="3495573"/>
                </a:lnTo>
                <a:lnTo>
                  <a:pt x="144983" y="3506990"/>
                </a:lnTo>
                <a:lnTo>
                  <a:pt x="175755" y="3531057"/>
                </a:lnTo>
                <a:lnTo>
                  <a:pt x="186702" y="3535781"/>
                </a:lnTo>
                <a:lnTo>
                  <a:pt x="192379" y="3535781"/>
                </a:lnTo>
                <a:lnTo>
                  <a:pt x="200253" y="3534791"/>
                </a:lnTo>
                <a:lnTo>
                  <a:pt x="207645" y="3531882"/>
                </a:lnTo>
                <a:lnTo>
                  <a:pt x="214160" y="3527158"/>
                </a:lnTo>
                <a:lnTo>
                  <a:pt x="219417" y="3520694"/>
                </a:lnTo>
                <a:lnTo>
                  <a:pt x="223774" y="3508870"/>
                </a:lnTo>
                <a:close/>
              </a:path>
              <a:path w="3585845" h="3585845" extrusionOk="0">
                <a:moveTo>
                  <a:pt x="483323" y="3554018"/>
                </a:moveTo>
                <a:lnTo>
                  <a:pt x="480822" y="3541661"/>
                </a:lnTo>
                <a:lnTo>
                  <a:pt x="474027" y="3531578"/>
                </a:lnTo>
                <a:lnTo>
                  <a:pt x="463931" y="3524770"/>
                </a:lnTo>
                <a:lnTo>
                  <a:pt x="451586" y="3522281"/>
                </a:lnTo>
                <a:lnTo>
                  <a:pt x="427177" y="3522281"/>
                </a:lnTo>
                <a:lnTo>
                  <a:pt x="414820" y="3524770"/>
                </a:lnTo>
                <a:lnTo>
                  <a:pt x="404736" y="3531578"/>
                </a:lnTo>
                <a:lnTo>
                  <a:pt x="397929" y="3541661"/>
                </a:lnTo>
                <a:lnTo>
                  <a:pt x="395439" y="3554018"/>
                </a:lnTo>
                <a:lnTo>
                  <a:pt x="397929" y="3566363"/>
                </a:lnTo>
                <a:lnTo>
                  <a:pt x="404736" y="3576447"/>
                </a:lnTo>
                <a:lnTo>
                  <a:pt x="414820" y="3583254"/>
                </a:lnTo>
                <a:lnTo>
                  <a:pt x="427177" y="3585743"/>
                </a:lnTo>
                <a:lnTo>
                  <a:pt x="451586" y="3585743"/>
                </a:lnTo>
                <a:lnTo>
                  <a:pt x="463931" y="3583254"/>
                </a:lnTo>
                <a:lnTo>
                  <a:pt x="474027" y="3576447"/>
                </a:lnTo>
                <a:lnTo>
                  <a:pt x="480822" y="3566363"/>
                </a:lnTo>
                <a:lnTo>
                  <a:pt x="483323" y="3554018"/>
                </a:lnTo>
                <a:close/>
              </a:path>
              <a:path w="3585845" h="3585845" extrusionOk="0">
                <a:moveTo>
                  <a:pt x="751827" y="3554018"/>
                </a:moveTo>
                <a:lnTo>
                  <a:pt x="749325" y="3541661"/>
                </a:lnTo>
                <a:lnTo>
                  <a:pt x="742530" y="3531578"/>
                </a:lnTo>
                <a:lnTo>
                  <a:pt x="732434" y="3524770"/>
                </a:lnTo>
                <a:lnTo>
                  <a:pt x="720090" y="3522281"/>
                </a:lnTo>
                <a:lnTo>
                  <a:pt x="695680" y="3522281"/>
                </a:lnTo>
                <a:lnTo>
                  <a:pt x="683323" y="3524770"/>
                </a:lnTo>
                <a:lnTo>
                  <a:pt x="673239" y="3531578"/>
                </a:lnTo>
                <a:lnTo>
                  <a:pt x="666432" y="3541661"/>
                </a:lnTo>
                <a:lnTo>
                  <a:pt x="663943" y="3554018"/>
                </a:lnTo>
                <a:lnTo>
                  <a:pt x="666432" y="3566363"/>
                </a:lnTo>
                <a:lnTo>
                  <a:pt x="673239" y="3576447"/>
                </a:lnTo>
                <a:lnTo>
                  <a:pt x="683323" y="3583254"/>
                </a:lnTo>
                <a:lnTo>
                  <a:pt x="695680" y="3585743"/>
                </a:lnTo>
                <a:lnTo>
                  <a:pt x="720090" y="3585743"/>
                </a:lnTo>
                <a:lnTo>
                  <a:pt x="732434" y="3583254"/>
                </a:lnTo>
                <a:lnTo>
                  <a:pt x="742530" y="3576447"/>
                </a:lnTo>
                <a:lnTo>
                  <a:pt x="749325" y="3566363"/>
                </a:lnTo>
                <a:lnTo>
                  <a:pt x="751827" y="3554018"/>
                </a:lnTo>
                <a:close/>
              </a:path>
              <a:path w="3585845" h="3585845" extrusionOk="0">
                <a:moveTo>
                  <a:pt x="1020330" y="3554018"/>
                </a:moveTo>
                <a:lnTo>
                  <a:pt x="1017828" y="3541661"/>
                </a:lnTo>
                <a:lnTo>
                  <a:pt x="1011034" y="3531578"/>
                </a:lnTo>
                <a:lnTo>
                  <a:pt x="1000950" y="3524770"/>
                </a:lnTo>
                <a:lnTo>
                  <a:pt x="988593" y="3522281"/>
                </a:lnTo>
                <a:lnTo>
                  <a:pt x="964184" y="3522281"/>
                </a:lnTo>
                <a:lnTo>
                  <a:pt x="951826" y="3524770"/>
                </a:lnTo>
                <a:lnTo>
                  <a:pt x="941743" y="3531578"/>
                </a:lnTo>
                <a:lnTo>
                  <a:pt x="934935" y="3541661"/>
                </a:lnTo>
                <a:lnTo>
                  <a:pt x="932446" y="3554018"/>
                </a:lnTo>
                <a:lnTo>
                  <a:pt x="934935" y="3566363"/>
                </a:lnTo>
                <a:lnTo>
                  <a:pt x="941743" y="3576447"/>
                </a:lnTo>
                <a:lnTo>
                  <a:pt x="951826" y="3583254"/>
                </a:lnTo>
                <a:lnTo>
                  <a:pt x="964184" y="3585743"/>
                </a:lnTo>
                <a:lnTo>
                  <a:pt x="988593" y="3585743"/>
                </a:lnTo>
                <a:lnTo>
                  <a:pt x="1000950" y="3583254"/>
                </a:lnTo>
                <a:lnTo>
                  <a:pt x="1011034" y="3576447"/>
                </a:lnTo>
                <a:lnTo>
                  <a:pt x="1017828" y="3566363"/>
                </a:lnTo>
                <a:lnTo>
                  <a:pt x="1020330" y="3554018"/>
                </a:lnTo>
                <a:close/>
              </a:path>
              <a:path w="3585845" h="3585845" extrusionOk="0">
                <a:moveTo>
                  <a:pt x="1288821" y="3554018"/>
                </a:moveTo>
                <a:lnTo>
                  <a:pt x="1286332" y="3541661"/>
                </a:lnTo>
                <a:lnTo>
                  <a:pt x="1279537" y="3531578"/>
                </a:lnTo>
                <a:lnTo>
                  <a:pt x="1269441" y="3524770"/>
                </a:lnTo>
                <a:lnTo>
                  <a:pt x="1257096" y="3522281"/>
                </a:lnTo>
                <a:lnTo>
                  <a:pt x="1232687" y="3522281"/>
                </a:lnTo>
                <a:lnTo>
                  <a:pt x="1220330" y="3524770"/>
                </a:lnTo>
                <a:lnTo>
                  <a:pt x="1210246" y="3531578"/>
                </a:lnTo>
                <a:lnTo>
                  <a:pt x="1203439" y="3541661"/>
                </a:lnTo>
                <a:lnTo>
                  <a:pt x="1200950" y="3554018"/>
                </a:lnTo>
                <a:lnTo>
                  <a:pt x="1203439" y="3566363"/>
                </a:lnTo>
                <a:lnTo>
                  <a:pt x="1210246" y="3576447"/>
                </a:lnTo>
                <a:lnTo>
                  <a:pt x="1220330" y="3583254"/>
                </a:lnTo>
                <a:lnTo>
                  <a:pt x="1232687" y="3585743"/>
                </a:lnTo>
                <a:lnTo>
                  <a:pt x="1257096" y="3585743"/>
                </a:lnTo>
                <a:lnTo>
                  <a:pt x="1269441" y="3583254"/>
                </a:lnTo>
                <a:lnTo>
                  <a:pt x="1279537" y="3576447"/>
                </a:lnTo>
                <a:lnTo>
                  <a:pt x="1286332" y="3566363"/>
                </a:lnTo>
                <a:lnTo>
                  <a:pt x="1288821" y="3554018"/>
                </a:lnTo>
                <a:close/>
              </a:path>
              <a:path w="3585845" h="3585845" extrusionOk="0">
                <a:moveTo>
                  <a:pt x="1557324" y="3554018"/>
                </a:moveTo>
                <a:lnTo>
                  <a:pt x="1554835" y="3541661"/>
                </a:lnTo>
                <a:lnTo>
                  <a:pt x="1548028" y="3531578"/>
                </a:lnTo>
                <a:lnTo>
                  <a:pt x="1537944" y="3524770"/>
                </a:lnTo>
                <a:lnTo>
                  <a:pt x="1525600" y="3522281"/>
                </a:lnTo>
                <a:lnTo>
                  <a:pt x="1501190" y="3522281"/>
                </a:lnTo>
                <a:lnTo>
                  <a:pt x="1488833" y="3524770"/>
                </a:lnTo>
                <a:lnTo>
                  <a:pt x="1478749" y="3531578"/>
                </a:lnTo>
                <a:lnTo>
                  <a:pt x="1471955" y="3541661"/>
                </a:lnTo>
                <a:lnTo>
                  <a:pt x="1469453" y="3554018"/>
                </a:lnTo>
                <a:lnTo>
                  <a:pt x="1471955" y="3566363"/>
                </a:lnTo>
                <a:lnTo>
                  <a:pt x="1478749" y="3576447"/>
                </a:lnTo>
                <a:lnTo>
                  <a:pt x="1488833" y="3583254"/>
                </a:lnTo>
                <a:lnTo>
                  <a:pt x="1501190" y="3585743"/>
                </a:lnTo>
                <a:lnTo>
                  <a:pt x="1525600" y="3585743"/>
                </a:lnTo>
                <a:lnTo>
                  <a:pt x="1537944" y="3583254"/>
                </a:lnTo>
                <a:lnTo>
                  <a:pt x="1548028" y="3576447"/>
                </a:lnTo>
                <a:lnTo>
                  <a:pt x="1554835" y="3566363"/>
                </a:lnTo>
                <a:lnTo>
                  <a:pt x="1557324" y="3554018"/>
                </a:lnTo>
                <a:close/>
              </a:path>
              <a:path w="3585845" h="3585845" extrusionOk="0">
                <a:moveTo>
                  <a:pt x="3585756" y="366763"/>
                </a:moveTo>
                <a:lnTo>
                  <a:pt x="3582898" y="320814"/>
                </a:lnTo>
                <a:lnTo>
                  <a:pt x="3574542" y="276567"/>
                </a:lnTo>
                <a:lnTo>
                  <a:pt x="3561029" y="234340"/>
                </a:lnTo>
                <a:lnTo>
                  <a:pt x="3542715" y="194487"/>
                </a:lnTo>
                <a:lnTo>
                  <a:pt x="3519957" y="157365"/>
                </a:lnTo>
                <a:lnTo>
                  <a:pt x="3493084" y="123304"/>
                </a:lnTo>
                <a:lnTo>
                  <a:pt x="3462439" y="92671"/>
                </a:lnTo>
                <a:lnTo>
                  <a:pt x="3428390" y="65798"/>
                </a:lnTo>
                <a:lnTo>
                  <a:pt x="3391255" y="43040"/>
                </a:lnTo>
                <a:lnTo>
                  <a:pt x="3351415" y="24726"/>
                </a:lnTo>
                <a:lnTo>
                  <a:pt x="3309188" y="11214"/>
                </a:lnTo>
                <a:lnTo>
                  <a:pt x="3264928" y="2857"/>
                </a:lnTo>
                <a:lnTo>
                  <a:pt x="3218980" y="0"/>
                </a:lnTo>
                <a:lnTo>
                  <a:pt x="369214" y="0"/>
                </a:lnTo>
                <a:lnTo>
                  <a:pt x="323278" y="2857"/>
                </a:lnTo>
                <a:lnTo>
                  <a:pt x="279019" y="11214"/>
                </a:lnTo>
                <a:lnTo>
                  <a:pt x="236791" y="24726"/>
                </a:lnTo>
                <a:lnTo>
                  <a:pt x="196938" y="43040"/>
                </a:lnTo>
                <a:lnTo>
                  <a:pt x="159816" y="65798"/>
                </a:lnTo>
                <a:lnTo>
                  <a:pt x="125755" y="92671"/>
                </a:lnTo>
                <a:lnTo>
                  <a:pt x="95123" y="123304"/>
                </a:lnTo>
                <a:lnTo>
                  <a:pt x="68249" y="157365"/>
                </a:lnTo>
                <a:lnTo>
                  <a:pt x="45478" y="194487"/>
                </a:lnTo>
                <a:lnTo>
                  <a:pt x="27178" y="234340"/>
                </a:lnTo>
                <a:lnTo>
                  <a:pt x="13665" y="276567"/>
                </a:lnTo>
                <a:lnTo>
                  <a:pt x="5308" y="320814"/>
                </a:lnTo>
                <a:lnTo>
                  <a:pt x="2438" y="366763"/>
                </a:lnTo>
                <a:lnTo>
                  <a:pt x="2438" y="1791652"/>
                </a:lnTo>
                <a:lnTo>
                  <a:pt x="4749" y="1803057"/>
                </a:lnTo>
                <a:lnTo>
                  <a:pt x="11023" y="1812366"/>
                </a:lnTo>
                <a:lnTo>
                  <a:pt x="20332" y="1818640"/>
                </a:lnTo>
                <a:lnTo>
                  <a:pt x="31737" y="1820938"/>
                </a:lnTo>
                <a:lnTo>
                  <a:pt x="43141" y="1818640"/>
                </a:lnTo>
                <a:lnTo>
                  <a:pt x="52451" y="1812366"/>
                </a:lnTo>
                <a:lnTo>
                  <a:pt x="58724" y="1803057"/>
                </a:lnTo>
                <a:lnTo>
                  <a:pt x="61023" y="1791652"/>
                </a:lnTo>
                <a:lnTo>
                  <a:pt x="61023" y="366763"/>
                </a:lnTo>
                <a:lnTo>
                  <a:pt x="64376" y="321284"/>
                </a:lnTo>
                <a:lnTo>
                  <a:pt x="74104" y="277850"/>
                </a:lnTo>
                <a:lnTo>
                  <a:pt x="89712" y="236956"/>
                </a:lnTo>
                <a:lnTo>
                  <a:pt x="110744" y="199072"/>
                </a:lnTo>
                <a:lnTo>
                  <a:pt x="136715" y="164680"/>
                </a:lnTo>
                <a:lnTo>
                  <a:pt x="167132" y="134264"/>
                </a:lnTo>
                <a:lnTo>
                  <a:pt x="201523" y="108305"/>
                </a:lnTo>
                <a:lnTo>
                  <a:pt x="239407" y="87274"/>
                </a:lnTo>
                <a:lnTo>
                  <a:pt x="280314" y="71653"/>
                </a:lnTo>
                <a:lnTo>
                  <a:pt x="323735" y="61937"/>
                </a:lnTo>
                <a:lnTo>
                  <a:pt x="369214" y="58585"/>
                </a:lnTo>
                <a:lnTo>
                  <a:pt x="3218980" y="58585"/>
                </a:lnTo>
                <a:lnTo>
                  <a:pt x="3264458" y="61937"/>
                </a:lnTo>
                <a:lnTo>
                  <a:pt x="3307892" y="71653"/>
                </a:lnTo>
                <a:lnTo>
                  <a:pt x="3348786" y="87274"/>
                </a:lnTo>
                <a:lnTo>
                  <a:pt x="3386671" y="108305"/>
                </a:lnTo>
                <a:lnTo>
                  <a:pt x="3421062" y="134264"/>
                </a:lnTo>
                <a:lnTo>
                  <a:pt x="3451491" y="164680"/>
                </a:lnTo>
                <a:lnTo>
                  <a:pt x="3477450" y="199072"/>
                </a:lnTo>
                <a:lnTo>
                  <a:pt x="3498481" y="236956"/>
                </a:lnTo>
                <a:lnTo>
                  <a:pt x="3514102" y="277850"/>
                </a:lnTo>
                <a:lnTo>
                  <a:pt x="3523831" y="321284"/>
                </a:lnTo>
                <a:lnTo>
                  <a:pt x="3527171" y="366763"/>
                </a:lnTo>
                <a:lnTo>
                  <a:pt x="3527171" y="3216529"/>
                </a:lnTo>
                <a:lnTo>
                  <a:pt x="3523831" y="3262007"/>
                </a:lnTo>
                <a:lnTo>
                  <a:pt x="3514102" y="3305441"/>
                </a:lnTo>
                <a:lnTo>
                  <a:pt x="3498481" y="3346335"/>
                </a:lnTo>
                <a:lnTo>
                  <a:pt x="3477450" y="3384219"/>
                </a:lnTo>
                <a:lnTo>
                  <a:pt x="3451491" y="3418611"/>
                </a:lnTo>
                <a:lnTo>
                  <a:pt x="3421062" y="3449040"/>
                </a:lnTo>
                <a:lnTo>
                  <a:pt x="3386671" y="3474999"/>
                </a:lnTo>
                <a:lnTo>
                  <a:pt x="3348786" y="3496030"/>
                </a:lnTo>
                <a:lnTo>
                  <a:pt x="3307892" y="3511651"/>
                </a:lnTo>
                <a:lnTo>
                  <a:pt x="3264458" y="3521367"/>
                </a:lnTo>
                <a:lnTo>
                  <a:pt x="3218980" y="3524720"/>
                </a:lnTo>
                <a:lnTo>
                  <a:pt x="1806194" y="3524720"/>
                </a:lnTo>
                <a:lnTo>
                  <a:pt x="1794103" y="3522281"/>
                </a:lnTo>
                <a:lnTo>
                  <a:pt x="1769694" y="3522281"/>
                </a:lnTo>
                <a:lnTo>
                  <a:pt x="1757349" y="3524770"/>
                </a:lnTo>
                <a:lnTo>
                  <a:pt x="1747253" y="3531578"/>
                </a:lnTo>
                <a:lnTo>
                  <a:pt x="1740458" y="3541661"/>
                </a:lnTo>
                <a:lnTo>
                  <a:pt x="1737956" y="3554018"/>
                </a:lnTo>
                <a:lnTo>
                  <a:pt x="1740458" y="3566363"/>
                </a:lnTo>
                <a:lnTo>
                  <a:pt x="1747253" y="3576447"/>
                </a:lnTo>
                <a:lnTo>
                  <a:pt x="1757349" y="3583254"/>
                </a:lnTo>
                <a:lnTo>
                  <a:pt x="1769694" y="3585743"/>
                </a:lnTo>
                <a:lnTo>
                  <a:pt x="1794103" y="3585743"/>
                </a:lnTo>
                <a:lnTo>
                  <a:pt x="1806194" y="3583305"/>
                </a:lnTo>
                <a:lnTo>
                  <a:pt x="3218980" y="3583305"/>
                </a:lnTo>
                <a:lnTo>
                  <a:pt x="3264928" y="3580434"/>
                </a:lnTo>
                <a:lnTo>
                  <a:pt x="3309188" y="3572078"/>
                </a:lnTo>
                <a:lnTo>
                  <a:pt x="3351415" y="3558578"/>
                </a:lnTo>
                <a:lnTo>
                  <a:pt x="3391255" y="3540264"/>
                </a:lnTo>
                <a:lnTo>
                  <a:pt x="3428390" y="3517506"/>
                </a:lnTo>
                <a:lnTo>
                  <a:pt x="3462439" y="3490620"/>
                </a:lnTo>
                <a:lnTo>
                  <a:pt x="3493084" y="3459988"/>
                </a:lnTo>
                <a:lnTo>
                  <a:pt x="3519957" y="3425926"/>
                </a:lnTo>
                <a:lnTo>
                  <a:pt x="3542715" y="3388804"/>
                </a:lnTo>
                <a:lnTo>
                  <a:pt x="3561029" y="3348952"/>
                </a:lnTo>
                <a:lnTo>
                  <a:pt x="3574542" y="3306724"/>
                </a:lnTo>
                <a:lnTo>
                  <a:pt x="3582898" y="3262477"/>
                </a:lnTo>
                <a:lnTo>
                  <a:pt x="3585756" y="3216529"/>
                </a:lnTo>
                <a:lnTo>
                  <a:pt x="3585756" y="366763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1" name="Google Shape;611;p26"/>
          <p:cNvSpPr/>
          <p:nvPr/>
        </p:nvSpPr>
        <p:spPr>
          <a:xfrm>
            <a:off x="14753357" y="3064599"/>
            <a:ext cx="3007360" cy="3007360"/>
          </a:xfrm>
          <a:custGeom>
            <a:avLst/>
            <a:gdLst/>
            <a:ahLst/>
            <a:cxnLst/>
            <a:rect l="l" t="t" r="r" b="b"/>
            <a:pathLst>
              <a:path w="3007360" h="3007360" extrusionOk="0">
                <a:moveTo>
                  <a:pt x="2792689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792689"/>
                </a:lnTo>
                <a:lnTo>
                  <a:pt x="5666" y="2841886"/>
                </a:lnTo>
                <a:lnTo>
                  <a:pt x="21807" y="2887048"/>
                </a:lnTo>
                <a:lnTo>
                  <a:pt x="47135" y="2926886"/>
                </a:lnTo>
                <a:lnTo>
                  <a:pt x="80362" y="2960113"/>
                </a:lnTo>
                <a:lnTo>
                  <a:pt x="120200" y="2985440"/>
                </a:lnTo>
                <a:lnTo>
                  <a:pt x="165362" y="3001582"/>
                </a:lnTo>
                <a:lnTo>
                  <a:pt x="214558" y="3007248"/>
                </a:lnTo>
                <a:lnTo>
                  <a:pt x="2792689" y="3007248"/>
                </a:lnTo>
                <a:lnTo>
                  <a:pt x="2841886" y="3001582"/>
                </a:lnTo>
                <a:lnTo>
                  <a:pt x="2887048" y="2985440"/>
                </a:lnTo>
                <a:lnTo>
                  <a:pt x="2926886" y="2960113"/>
                </a:lnTo>
                <a:lnTo>
                  <a:pt x="2960113" y="2926886"/>
                </a:lnTo>
                <a:lnTo>
                  <a:pt x="2985440" y="2887048"/>
                </a:lnTo>
                <a:lnTo>
                  <a:pt x="3001582" y="2841886"/>
                </a:lnTo>
                <a:lnTo>
                  <a:pt x="3007248" y="2792689"/>
                </a:lnTo>
                <a:lnTo>
                  <a:pt x="3007248" y="214558"/>
                </a:lnTo>
                <a:lnTo>
                  <a:pt x="3001582" y="165362"/>
                </a:lnTo>
                <a:lnTo>
                  <a:pt x="2985440" y="120200"/>
                </a:lnTo>
                <a:lnTo>
                  <a:pt x="2960113" y="80362"/>
                </a:lnTo>
                <a:lnTo>
                  <a:pt x="2926886" y="47135"/>
                </a:lnTo>
                <a:lnTo>
                  <a:pt x="2887048" y="21807"/>
                </a:lnTo>
                <a:lnTo>
                  <a:pt x="2841886" y="5666"/>
                </a:lnTo>
                <a:lnTo>
                  <a:pt x="279268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2" name="Google Shape;612;p26"/>
          <p:cNvSpPr/>
          <p:nvPr/>
        </p:nvSpPr>
        <p:spPr>
          <a:xfrm>
            <a:off x="14464115" y="2776581"/>
            <a:ext cx="3585845" cy="3585845"/>
          </a:xfrm>
          <a:custGeom>
            <a:avLst/>
            <a:gdLst/>
            <a:ahLst/>
            <a:cxnLst/>
            <a:rect l="l" t="t" r="r" b="b"/>
            <a:pathLst>
              <a:path w="3585845" h="3585845" extrusionOk="0">
                <a:moveTo>
                  <a:pt x="63474" y="2999270"/>
                </a:moveTo>
                <a:lnTo>
                  <a:pt x="60985" y="2986913"/>
                </a:lnTo>
                <a:lnTo>
                  <a:pt x="54178" y="2976829"/>
                </a:lnTo>
                <a:lnTo>
                  <a:pt x="44094" y="2970022"/>
                </a:lnTo>
                <a:lnTo>
                  <a:pt x="31737" y="2967532"/>
                </a:lnTo>
                <a:lnTo>
                  <a:pt x="19380" y="2970022"/>
                </a:lnTo>
                <a:lnTo>
                  <a:pt x="9296" y="2976829"/>
                </a:lnTo>
                <a:lnTo>
                  <a:pt x="2501" y="2986913"/>
                </a:lnTo>
                <a:lnTo>
                  <a:pt x="0" y="2999270"/>
                </a:lnTo>
                <a:lnTo>
                  <a:pt x="0" y="3023679"/>
                </a:lnTo>
                <a:lnTo>
                  <a:pt x="2501" y="3036024"/>
                </a:lnTo>
                <a:lnTo>
                  <a:pt x="9296" y="3046120"/>
                </a:lnTo>
                <a:lnTo>
                  <a:pt x="19380" y="3052915"/>
                </a:lnTo>
                <a:lnTo>
                  <a:pt x="31737" y="3055416"/>
                </a:lnTo>
                <a:lnTo>
                  <a:pt x="44094" y="3052915"/>
                </a:lnTo>
                <a:lnTo>
                  <a:pt x="54178" y="3046120"/>
                </a:lnTo>
                <a:lnTo>
                  <a:pt x="60985" y="3036024"/>
                </a:lnTo>
                <a:lnTo>
                  <a:pt x="63474" y="3023679"/>
                </a:lnTo>
                <a:lnTo>
                  <a:pt x="63474" y="2999270"/>
                </a:lnTo>
                <a:close/>
              </a:path>
              <a:path w="3585845" h="3585845" extrusionOk="0">
                <a:moveTo>
                  <a:pt x="63474" y="2730766"/>
                </a:moveTo>
                <a:lnTo>
                  <a:pt x="60985" y="2718409"/>
                </a:lnTo>
                <a:lnTo>
                  <a:pt x="54178" y="2708325"/>
                </a:lnTo>
                <a:lnTo>
                  <a:pt x="44094" y="2701518"/>
                </a:lnTo>
                <a:lnTo>
                  <a:pt x="31737" y="2699029"/>
                </a:lnTo>
                <a:lnTo>
                  <a:pt x="19380" y="2701518"/>
                </a:lnTo>
                <a:lnTo>
                  <a:pt x="9296" y="2708325"/>
                </a:lnTo>
                <a:lnTo>
                  <a:pt x="2501" y="2718409"/>
                </a:lnTo>
                <a:lnTo>
                  <a:pt x="0" y="2730766"/>
                </a:lnTo>
                <a:lnTo>
                  <a:pt x="0" y="2755163"/>
                </a:lnTo>
                <a:lnTo>
                  <a:pt x="2501" y="2767520"/>
                </a:lnTo>
                <a:lnTo>
                  <a:pt x="9296" y="2777617"/>
                </a:lnTo>
                <a:lnTo>
                  <a:pt x="19380" y="2784411"/>
                </a:lnTo>
                <a:lnTo>
                  <a:pt x="31737" y="2786900"/>
                </a:lnTo>
                <a:lnTo>
                  <a:pt x="44094" y="2784411"/>
                </a:lnTo>
                <a:lnTo>
                  <a:pt x="54178" y="2777617"/>
                </a:lnTo>
                <a:lnTo>
                  <a:pt x="60985" y="2767520"/>
                </a:lnTo>
                <a:lnTo>
                  <a:pt x="63474" y="2755163"/>
                </a:lnTo>
                <a:lnTo>
                  <a:pt x="63474" y="2730766"/>
                </a:lnTo>
                <a:close/>
              </a:path>
              <a:path w="3585845" h="3585845" extrusionOk="0">
                <a:moveTo>
                  <a:pt x="63474" y="2462250"/>
                </a:moveTo>
                <a:lnTo>
                  <a:pt x="60985" y="2449906"/>
                </a:lnTo>
                <a:lnTo>
                  <a:pt x="54178" y="2439822"/>
                </a:lnTo>
                <a:lnTo>
                  <a:pt x="44094" y="2433028"/>
                </a:lnTo>
                <a:lnTo>
                  <a:pt x="31737" y="2430526"/>
                </a:lnTo>
                <a:lnTo>
                  <a:pt x="19380" y="2433028"/>
                </a:lnTo>
                <a:lnTo>
                  <a:pt x="9296" y="2439822"/>
                </a:lnTo>
                <a:lnTo>
                  <a:pt x="2501" y="2449906"/>
                </a:lnTo>
                <a:lnTo>
                  <a:pt x="0" y="2462250"/>
                </a:lnTo>
                <a:lnTo>
                  <a:pt x="0" y="2486660"/>
                </a:lnTo>
                <a:lnTo>
                  <a:pt x="2501" y="2499017"/>
                </a:lnTo>
                <a:lnTo>
                  <a:pt x="9296" y="2509101"/>
                </a:lnTo>
                <a:lnTo>
                  <a:pt x="19380" y="2515908"/>
                </a:lnTo>
                <a:lnTo>
                  <a:pt x="31737" y="2518397"/>
                </a:lnTo>
                <a:lnTo>
                  <a:pt x="44094" y="2515908"/>
                </a:lnTo>
                <a:lnTo>
                  <a:pt x="54178" y="2509101"/>
                </a:lnTo>
                <a:lnTo>
                  <a:pt x="60985" y="2499017"/>
                </a:lnTo>
                <a:lnTo>
                  <a:pt x="63474" y="2486660"/>
                </a:lnTo>
                <a:lnTo>
                  <a:pt x="63474" y="2462250"/>
                </a:lnTo>
                <a:close/>
              </a:path>
              <a:path w="3585845" h="3585845" extrusionOk="0">
                <a:moveTo>
                  <a:pt x="63474" y="2193747"/>
                </a:moveTo>
                <a:lnTo>
                  <a:pt x="60985" y="2181402"/>
                </a:lnTo>
                <a:lnTo>
                  <a:pt x="54178" y="2171319"/>
                </a:lnTo>
                <a:lnTo>
                  <a:pt x="44094" y="2164511"/>
                </a:lnTo>
                <a:lnTo>
                  <a:pt x="31737" y="2162022"/>
                </a:lnTo>
                <a:lnTo>
                  <a:pt x="19380" y="2164511"/>
                </a:lnTo>
                <a:lnTo>
                  <a:pt x="9296" y="2171319"/>
                </a:lnTo>
                <a:lnTo>
                  <a:pt x="2501" y="2181402"/>
                </a:lnTo>
                <a:lnTo>
                  <a:pt x="0" y="2193747"/>
                </a:lnTo>
                <a:lnTo>
                  <a:pt x="0" y="2218156"/>
                </a:lnTo>
                <a:lnTo>
                  <a:pt x="2501" y="2230513"/>
                </a:lnTo>
                <a:lnTo>
                  <a:pt x="9296" y="2240597"/>
                </a:lnTo>
                <a:lnTo>
                  <a:pt x="19380" y="2247404"/>
                </a:lnTo>
                <a:lnTo>
                  <a:pt x="31737" y="2249894"/>
                </a:lnTo>
                <a:lnTo>
                  <a:pt x="44094" y="2247404"/>
                </a:lnTo>
                <a:lnTo>
                  <a:pt x="54178" y="2240597"/>
                </a:lnTo>
                <a:lnTo>
                  <a:pt x="60985" y="2230513"/>
                </a:lnTo>
                <a:lnTo>
                  <a:pt x="63474" y="2218156"/>
                </a:lnTo>
                <a:lnTo>
                  <a:pt x="63474" y="2193747"/>
                </a:lnTo>
                <a:close/>
              </a:path>
              <a:path w="3585845" h="3585845" extrusionOk="0">
                <a:moveTo>
                  <a:pt x="63474" y="1925243"/>
                </a:moveTo>
                <a:lnTo>
                  <a:pt x="60985" y="1912899"/>
                </a:lnTo>
                <a:lnTo>
                  <a:pt x="54178" y="1902815"/>
                </a:lnTo>
                <a:lnTo>
                  <a:pt x="44094" y="1896008"/>
                </a:lnTo>
                <a:lnTo>
                  <a:pt x="31737" y="1893519"/>
                </a:lnTo>
                <a:lnTo>
                  <a:pt x="19380" y="1896008"/>
                </a:lnTo>
                <a:lnTo>
                  <a:pt x="9296" y="1902815"/>
                </a:lnTo>
                <a:lnTo>
                  <a:pt x="2501" y="1912899"/>
                </a:lnTo>
                <a:lnTo>
                  <a:pt x="0" y="1925243"/>
                </a:lnTo>
                <a:lnTo>
                  <a:pt x="0" y="1949653"/>
                </a:lnTo>
                <a:lnTo>
                  <a:pt x="2501" y="1962010"/>
                </a:lnTo>
                <a:lnTo>
                  <a:pt x="9296" y="1972094"/>
                </a:lnTo>
                <a:lnTo>
                  <a:pt x="19380" y="1978901"/>
                </a:lnTo>
                <a:lnTo>
                  <a:pt x="31737" y="1981390"/>
                </a:lnTo>
                <a:lnTo>
                  <a:pt x="44094" y="1978901"/>
                </a:lnTo>
                <a:lnTo>
                  <a:pt x="54178" y="1972094"/>
                </a:lnTo>
                <a:lnTo>
                  <a:pt x="60985" y="1962010"/>
                </a:lnTo>
                <a:lnTo>
                  <a:pt x="63474" y="1949653"/>
                </a:lnTo>
                <a:lnTo>
                  <a:pt x="63474" y="1925243"/>
                </a:lnTo>
                <a:close/>
              </a:path>
              <a:path w="3585845" h="3585845" extrusionOk="0">
                <a:moveTo>
                  <a:pt x="71348" y="3297110"/>
                </a:moveTo>
                <a:lnTo>
                  <a:pt x="71043" y="3284499"/>
                </a:lnTo>
                <a:lnTo>
                  <a:pt x="69430" y="3277362"/>
                </a:lnTo>
                <a:lnTo>
                  <a:pt x="68059" y="3270059"/>
                </a:lnTo>
                <a:lnTo>
                  <a:pt x="43395" y="3236811"/>
                </a:lnTo>
                <a:lnTo>
                  <a:pt x="30810" y="3236176"/>
                </a:lnTo>
                <a:lnTo>
                  <a:pt x="18973" y="3240506"/>
                </a:lnTo>
                <a:lnTo>
                  <a:pt x="10020" y="3248749"/>
                </a:lnTo>
                <a:lnTo>
                  <a:pt x="4813" y="3259734"/>
                </a:lnTo>
                <a:lnTo>
                  <a:pt x="4203" y="3272320"/>
                </a:lnTo>
                <a:lnTo>
                  <a:pt x="5257" y="3278911"/>
                </a:lnTo>
                <a:lnTo>
                  <a:pt x="20434" y="3316427"/>
                </a:lnTo>
                <a:lnTo>
                  <a:pt x="40081" y="3323272"/>
                </a:lnTo>
                <a:lnTo>
                  <a:pt x="42405" y="3323272"/>
                </a:lnTo>
                <a:lnTo>
                  <a:pt x="71348" y="3297110"/>
                </a:lnTo>
                <a:close/>
              </a:path>
              <a:path w="3585845" h="3585845" extrusionOk="0">
                <a:moveTo>
                  <a:pt x="223774" y="3508870"/>
                </a:moveTo>
                <a:lnTo>
                  <a:pt x="223278" y="3496716"/>
                </a:lnTo>
                <a:lnTo>
                  <a:pt x="218262" y="3485629"/>
                </a:lnTo>
                <a:lnTo>
                  <a:pt x="209054" y="3477031"/>
                </a:lnTo>
                <a:lnTo>
                  <a:pt x="202806" y="3473183"/>
                </a:lnTo>
                <a:lnTo>
                  <a:pt x="196608" y="3469043"/>
                </a:lnTo>
                <a:lnTo>
                  <a:pt x="190652" y="3464763"/>
                </a:lnTo>
                <a:lnTo>
                  <a:pt x="179184" y="3459556"/>
                </a:lnTo>
                <a:lnTo>
                  <a:pt x="167030" y="3459175"/>
                </a:lnTo>
                <a:lnTo>
                  <a:pt x="155613" y="3463379"/>
                </a:lnTo>
                <a:lnTo>
                  <a:pt x="146367" y="3471938"/>
                </a:lnTo>
                <a:lnTo>
                  <a:pt x="141160" y="3483419"/>
                </a:lnTo>
                <a:lnTo>
                  <a:pt x="140779" y="3495573"/>
                </a:lnTo>
                <a:lnTo>
                  <a:pt x="144983" y="3506990"/>
                </a:lnTo>
                <a:lnTo>
                  <a:pt x="175755" y="3531057"/>
                </a:lnTo>
                <a:lnTo>
                  <a:pt x="186702" y="3535781"/>
                </a:lnTo>
                <a:lnTo>
                  <a:pt x="192379" y="3535781"/>
                </a:lnTo>
                <a:lnTo>
                  <a:pt x="200253" y="3534791"/>
                </a:lnTo>
                <a:lnTo>
                  <a:pt x="207645" y="3531882"/>
                </a:lnTo>
                <a:lnTo>
                  <a:pt x="214160" y="3527158"/>
                </a:lnTo>
                <a:lnTo>
                  <a:pt x="219417" y="3520694"/>
                </a:lnTo>
                <a:lnTo>
                  <a:pt x="223774" y="3508870"/>
                </a:lnTo>
                <a:close/>
              </a:path>
              <a:path w="3585845" h="3585845" extrusionOk="0">
                <a:moveTo>
                  <a:pt x="483323" y="3554018"/>
                </a:moveTo>
                <a:lnTo>
                  <a:pt x="480822" y="3541661"/>
                </a:lnTo>
                <a:lnTo>
                  <a:pt x="474027" y="3531578"/>
                </a:lnTo>
                <a:lnTo>
                  <a:pt x="463931" y="3524770"/>
                </a:lnTo>
                <a:lnTo>
                  <a:pt x="451586" y="3522281"/>
                </a:lnTo>
                <a:lnTo>
                  <a:pt x="427177" y="3522281"/>
                </a:lnTo>
                <a:lnTo>
                  <a:pt x="414820" y="3524770"/>
                </a:lnTo>
                <a:lnTo>
                  <a:pt x="404736" y="3531578"/>
                </a:lnTo>
                <a:lnTo>
                  <a:pt x="397929" y="3541661"/>
                </a:lnTo>
                <a:lnTo>
                  <a:pt x="395439" y="3554018"/>
                </a:lnTo>
                <a:lnTo>
                  <a:pt x="397929" y="3566363"/>
                </a:lnTo>
                <a:lnTo>
                  <a:pt x="404736" y="3576447"/>
                </a:lnTo>
                <a:lnTo>
                  <a:pt x="414820" y="3583254"/>
                </a:lnTo>
                <a:lnTo>
                  <a:pt x="427177" y="3585743"/>
                </a:lnTo>
                <a:lnTo>
                  <a:pt x="451586" y="3585743"/>
                </a:lnTo>
                <a:lnTo>
                  <a:pt x="463931" y="3583254"/>
                </a:lnTo>
                <a:lnTo>
                  <a:pt x="474027" y="3576447"/>
                </a:lnTo>
                <a:lnTo>
                  <a:pt x="480822" y="3566363"/>
                </a:lnTo>
                <a:lnTo>
                  <a:pt x="483323" y="3554018"/>
                </a:lnTo>
                <a:close/>
              </a:path>
              <a:path w="3585845" h="3585845" extrusionOk="0">
                <a:moveTo>
                  <a:pt x="751827" y="3554018"/>
                </a:moveTo>
                <a:lnTo>
                  <a:pt x="749325" y="3541661"/>
                </a:lnTo>
                <a:lnTo>
                  <a:pt x="742530" y="3531578"/>
                </a:lnTo>
                <a:lnTo>
                  <a:pt x="732434" y="3524770"/>
                </a:lnTo>
                <a:lnTo>
                  <a:pt x="720090" y="3522281"/>
                </a:lnTo>
                <a:lnTo>
                  <a:pt x="695680" y="3522281"/>
                </a:lnTo>
                <a:lnTo>
                  <a:pt x="683323" y="3524770"/>
                </a:lnTo>
                <a:lnTo>
                  <a:pt x="673239" y="3531578"/>
                </a:lnTo>
                <a:lnTo>
                  <a:pt x="666432" y="3541661"/>
                </a:lnTo>
                <a:lnTo>
                  <a:pt x="663943" y="3554018"/>
                </a:lnTo>
                <a:lnTo>
                  <a:pt x="666432" y="3566363"/>
                </a:lnTo>
                <a:lnTo>
                  <a:pt x="673239" y="3576447"/>
                </a:lnTo>
                <a:lnTo>
                  <a:pt x="683323" y="3583254"/>
                </a:lnTo>
                <a:lnTo>
                  <a:pt x="695680" y="3585743"/>
                </a:lnTo>
                <a:lnTo>
                  <a:pt x="720090" y="3585743"/>
                </a:lnTo>
                <a:lnTo>
                  <a:pt x="732434" y="3583254"/>
                </a:lnTo>
                <a:lnTo>
                  <a:pt x="742530" y="3576447"/>
                </a:lnTo>
                <a:lnTo>
                  <a:pt x="749325" y="3566363"/>
                </a:lnTo>
                <a:lnTo>
                  <a:pt x="751827" y="3554018"/>
                </a:lnTo>
                <a:close/>
              </a:path>
              <a:path w="3585845" h="3585845" extrusionOk="0">
                <a:moveTo>
                  <a:pt x="1020330" y="3554018"/>
                </a:moveTo>
                <a:lnTo>
                  <a:pt x="1017828" y="3541661"/>
                </a:lnTo>
                <a:lnTo>
                  <a:pt x="1011034" y="3531578"/>
                </a:lnTo>
                <a:lnTo>
                  <a:pt x="1000950" y="3524770"/>
                </a:lnTo>
                <a:lnTo>
                  <a:pt x="988593" y="3522281"/>
                </a:lnTo>
                <a:lnTo>
                  <a:pt x="964184" y="3522281"/>
                </a:lnTo>
                <a:lnTo>
                  <a:pt x="951826" y="3524770"/>
                </a:lnTo>
                <a:lnTo>
                  <a:pt x="941743" y="3531578"/>
                </a:lnTo>
                <a:lnTo>
                  <a:pt x="934935" y="3541661"/>
                </a:lnTo>
                <a:lnTo>
                  <a:pt x="932446" y="3554018"/>
                </a:lnTo>
                <a:lnTo>
                  <a:pt x="934935" y="3566363"/>
                </a:lnTo>
                <a:lnTo>
                  <a:pt x="941743" y="3576447"/>
                </a:lnTo>
                <a:lnTo>
                  <a:pt x="951826" y="3583254"/>
                </a:lnTo>
                <a:lnTo>
                  <a:pt x="964184" y="3585743"/>
                </a:lnTo>
                <a:lnTo>
                  <a:pt x="988593" y="3585743"/>
                </a:lnTo>
                <a:lnTo>
                  <a:pt x="1000950" y="3583254"/>
                </a:lnTo>
                <a:lnTo>
                  <a:pt x="1011034" y="3576447"/>
                </a:lnTo>
                <a:lnTo>
                  <a:pt x="1017828" y="3566363"/>
                </a:lnTo>
                <a:lnTo>
                  <a:pt x="1020330" y="3554018"/>
                </a:lnTo>
                <a:close/>
              </a:path>
              <a:path w="3585845" h="3585845" extrusionOk="0">
                <a:moveTo>
                  <a:pt x="1288821" y="3554018"/>
                </a:moveTo>
                <a:lnTo>
                  <a:pt x="1286332" y="3541661"/>
                </a:lnTo>
                <a:lnTo>
                  <a:pt x="1279537" y="3531578"/>
                </a:lnTo>
                <a:lnTo>
                  <a:pt x="1269441" y="3524770"/>
                </a:lnTo>
                <a:lnTo>
                  <a:pt x="1257096" y="3522281"/>
                </a:lnTo>
                <a:lnTo>
                  <a:pt x="1232687" y="3522281"/>
                </a:lnTo>
                <a:lnTo>
                  <a:pt x="1220330" y="3524770"/>
                </a:lnTo>
                <a:lnTo>
                  <a:pt x="1210246" y="3531578"/>
                </a:lnTo>
                <a:lnTo>
                  <a:pt x="1203439" y="3541661"/>
                </a:lnTo>
                <a:lnTo>
                  <a:pt x="1200950" y="3554018"/>
                </a:lnTo>
                <a:lnTo>
                  <a:pt x="1203439" y="3566363"/>
                </a:lnTo>
                <a:lnTo>
                  <a:pt x="1210246" y="3576447"/>
                </a:lnTo>
                <a:lnTo>
                  <a:pt x="1220330" y="3583254"/>
                </a:lnTo>
                <a:lnTo>
                  <a:pt x="1232687" y="3585743"/>
                </a:lnTo>
                <a:lnTo>
                  <a:pt x="1257096" y="3585743"/>
                </a:lnTo>
                <a:lnTo>
                  <a:pt x="1269441" y="3583254"/>
                </a:lnTo>
                <a:lnTo>
                  <a:pt x="1279537" y="3576447"/>
                </a:lnTo>
                <a:lnTo>
                  <a:pt x="1286332" y="3566363"/>
                </a:lnTo>
                <a:lnTo>
                  <a:pt x="1288821" y="3554018"/>
                </a:lnTo>
                <a:close/>
              </a:path>
              <a:path w="3585845" h="3585845" extrusionOk="0">
                <a:moveTo>
                  <a:pt x="1557324" y="3554018"/>
                </a:moveTo>
                <a:lnTo>
                  <a:pt x="1554835" y="3541661"/>
                </a:lnTo>
                <a:lnTo>
                  <a:pt x="1548028" y="3531578"/>
                </a:lnTo>
                <a:lnTo>
                  <a:pt x="1537944" y="3524770"/>
                </a:lnTo>
                <a:lnTo>
                  <a:pt x="1525600" y="3522281"/>
                </a:lnTo>
                <a:lnTo>
                  <a:pt x="1501190" y="3522281"/>
                </a:lnTo>
                <a:lnTo>
                  <a:pt x="1488833" y="3524770"/>
                </a:lnTo>
                <a:lnTo>
                  <a:pt x="1478749" y="3531578"/>
                </a:lnTo>
                <a:lnTo>
                  <a:pt x="1471955" y="3541661"/>
                </a:lnTo>
                <a:lnTo>
                  <a:pt x="1469453" y="3554018"/>
                </a:lnTo>
                <a:lnTo>
                  <a:pt x="1471955" y="3566363"/>
                </a:lnTo>
                <a:lnTo>
                  <a:pt x="1478749" y="3576447"/>
                </a:lnTo>
                <a:lnTo>
                  <a:pt x="1488833" y="3583254"/>
                </a:lnTo>
                <a:lnTo>
                  <a:pt x="1501190" y="3585743"/>
                </a:lnTo>
                <a:lnTo>
                  <a:pt x="1525600" y="3585743"/>
                </a:lnTo>
                <a:lnTo>
                  <a:pt x="1537944" y="3583254"/>
                </a:lnTo>
                <a:lnTo>
                  <a:pt x="1548028" y="3576447"/>
                </a:lnTo>
                <a:lnTo>
                  <a:pt x="1554835" y="3566363"/>
                </a:lnTo>
                <a:lnTo>
                  <a:pt x="1557324" y="3554018"/>
                </a:lnTo>
                <a:close/>
              </a:path>
              <a:path w="3585845" h="3585845" extrusionOk="0">
                <a:moveTo>
                  <a:pt x="3585756" y="366763"/>
                </a:moveTo>
                <a:lnTo>
                  <a:pt x="3582898" y="320814"/>
                </a:lnTo>
                <a:lnTo>
                  <a:pt x="3574542" y="276567"/>
                </a:lnTo>
                <a:lnTo>
                  <a:pt x="3561029" y="234340"/>
                </a:lnTo>
                <a:lnTo>
                  <a:pt x="3542715" y="194487"/>
                </a:lnTo>
                <a:lnTo>
                  <a:pt x="3519957" y="157365"/>
                </a:lnTo>
                <a:lnTo>
                  <a:pt x="3493084" y="123304"/>
                </a:lnTo>
                <a:lnTo>
                  <a:pt x="3462439" y="92671"/>
                </a:lnTo>
                <a:lnTo>
                  <a:pt x="3428390" y="65798"/>
                </a:lnTo>
                <a:lnTo>
                  <a:pt x="3391255" y="43040"/>
                </a:lnTo>
                <a:lnTo>
                  <a:pt x="3351415" y="24726"/>
                </a:lnTo>
                <a:lnTo>
                  <a:pt x="3309188" y="11214"/>
                </a:lnTo>
                <a:lnTo>
                  <a:pt x="3264928" y="2857"/>
                </a:lnTo>
                <a:lnTo>
                  <a:pt x="3218980" y="0"/>
                </a:lnTo>
                <a:lnTo>
                  <a:pt x="369214" y="0"/>
                </a:lnTo>
                <a:lnTo>
                  <a:pt x="323278" y="2857"/>
                </a:lnTo>
                <a:lnTo>
                  <a:pt x="279019" y="11214"/>
                </a:lnTo>
                <a:lnTo>
                  <a:pt x="236791" y="24726"/>
                </a:lnTo>
                <a:lnTo>
                  <a:pt x="196938" y="43040"/>
                </a:lnTo>
                <a:lnTo>
                  <a:pt x="159816" y="65798"/>
                </a:lnTo>
                <a:lnTo>
                  <a:pt x="125755" y="92671"/>
                </a:lnTo>
                <a:lnTo>
                  <a:pt x="95123" y="123304"/>
                </a:lnTo>
                <a:lnTo>
                  <a:pt x="68249" y="157365"/>
                </a:lnTo>
                <a:lnTo>
                  <a:pt x="45478" y="194487"/>
                </a:lnTo>
                <a:lnTo>
                  <a:pt x="27178" y="234340"/>
                </a:lnTo>
                <a:lnTo>
                  <a:pt x="13665" y="276567"/>
                </a:lnTo>
                <a:lnTo>
                  <a:pt x="5308" y="320814"/>
                </a:lnTo>
                <a:lnTo>
                  <a:pt x="2438" y="366763"/>
                </a:lnTo>
                <a:lnTo>
                  <a:pt x="2438" y="1791652"/>
                </a:lnTo>
                <a:lnTo>
                  <a:pt x="4749" y="1803057"/>
                </a:lnTo>
                <a:lnTo>
                  <a:pt x="11023" y="1812366"/>
                </a:lnTo>
                <a:lnTo>
                  <a:pt x="20332" y="1818640"/>
                </a:lnTo>
                <a:lnTo>
                  <a:pt x="31737" y="1820938"/>
                </a:lnTo>
                <a:lnTo>
                  <a:pt x="43141" y="1818640"/>
                </a:lnTo>
                <a:lnTo>
                  <a:pt x="52451" y="1812366"/>
                </a:lnTo>
                <a:lnTo>
                  <a:pt x="58724" y="1803057"/>
                </a:lnTo>
                <a:lnTo>
                  <a:pt x="61023" y="1791652"/>
                </a:lnTo>
                <a:lnTo>
                  <a:pt x="61023" y="366763"/>
                </a:lnTo>
                <a:lnTo>
                  <a:pt x="64376" y="321284"/>
                </a:lnTo>
                <a:lnTo>
                  <a:pt x="74104" y="277850"/>
                </a:lnTo>
                <a:lnTo>
                  <a:pt x="89712" y="236956"/>
                </a:lnTo>
                <a:lnTo>
                  <a:pt x="110744" y="199072"/>
                </a:lnTo>
                <a:lnTo>
                  <a:pt x="136715" y="164680"/>
                </a:lnTo>
                <a:lnTo>
                  <a:pt x="167132" y="134264"/>
                </a:lnTo>
                <a:lnTo>
                  <a:pt x="201523" y="108305"/>
                </a:lnTo>
                <a:lnTo>
                  <a:pt x="239407" y="87274"/>
                </a:lnTo>
                <a:lnTo>
                  <a:pt x="280314" y="71653"/>
                </a:lnTo>
                <a:lnTo>
                  <a:pt x="323735" y="61937"/>
                </a:lnTo>
                <a:lnTo>
                  <a:pt x="369214" y="58585"/>
                </a:lnTo>
                <a:lnTo>
                  <a:pt x="3218980" y="58585"/>
                </a:lnTo>
                <a:lnTo>
                  <a:pt x="3264458" y="61937"/>
                </a:lnTo>
                <a:lnTo>
                  <a:pt x="3307892" y="71653"/>
                </a:lnTo>
                <a:lnTo>
                  <a:pt x="3348786" y="87274"/>
                </a:lnTo>
                <a:lnTo>
                  <a:pt x="3386671" y="108305"/>
                </a:lnTo>
                <a:lnTo>
                  <a:pt x="3421062" y="134264"/>
                </a:lnTo>
                <a:lnTo>
                  <a:pt x="3451491" y="164680"/>
                </a:lnTo>
                <a:lnTo>
                  <a:pt x="3477450" y="199072"/>
                </a:lnTo>
                <a:lnTo>
                  <a:pt x="3498481" y="236956"/>
                </a:lnTo>
                <a:lnTo>
                  <a:pt x="3514102" y="277850"/>
                </a:lnTo>
                <a:lnTo>
                  <a:pt x="3523831" y="321284"/>
                </a:lnTo>
                <a:lnTo>
                  <a:pt x="3527171" y="366763"/>
                </a:lnTo>
                <a:lnTo>
                  <a:pt x="3527171" y="3216529"/>
                </a:lnTo>
                <a:lnTo>
                  <a:pt x="3523831" y="3262007"/>
                </a:lnTo>
                <a:lnTo>
                  <a:pt x="3514102" y="3305441"/>
                </a:lnTo>
                <a:lnTo>
                  <a:pt x="3498481" y="3346335"/>
                </a:lnTo>
                <a:lnTo>
                  <a:pt x="3477450" y="3384219"/>
                </a:lnTo>
                <a:lnTo>
                  <a:pt x="3451491" y="3418611"/>
                </a:lnTo>
                <a:lnTo>
                  <a:pt x="3421062" y="3449040"/>
                </a:lnTo>
                <a:lnTo>
                  <a:pt x="3386671" y="3474999"/>
                </a:lnTo>
                <a:lnTo>
                  <a:pt x="3348786" y="3496030"/>
                </a:lnTo>
                <a:lnTo>
                  <a:pt x="3307892" y="3511651"/>
                </a:lnTo>
                <a:lnTo>
                  <a:pt x="3264458" y="3521367"/>
                </a:lnTo>
                <a:lnTo>
                  <a:pt x="3218980" y="3524720"/>
                </a:lnTo>
                <a:lnTo>
                  <a:pt x="1806194" y="3524720"/>
                </a:lnTo>
                <a:lnTo>
                  <a:pt x="1794103" y="3522281"/>
                </a:lnTo>
                <a:lnTo>
                  <a:pt x="1769694" y="3522281"/>
                </a:lnTo>
                <a:lnTo>
                  <a:pt x="1757349" y="3524770"/>
                </a:lnTo>
                <a:lnTo>
                  <a:pt x="1747253" y="3531578"/>
                </a:lnTo>
                <a:lnTo>
                  <a:pt x="1740458" y="3541661"/>
                </a:lnTo>
                <a:lnTo>
                  <a:pt x="1737956" y="3554018"/>
                </a:lnTo>
                <a:lnTo>
                  <a:pt x="1740458" y="3566363"/>
                </a:lnTo>
                <a:lnTo>
                  <a:pt x="1747253" y="3576447"/>
                </a:lnTo>
                <a:lnTo>
                  <a:pt x="1757349" y="3583254"/>
                </a:lnTo>
                <a:lnTo>
                  <a:pt x="1769694" y="3585743"/>
                </a:lnTo>
                <a:lnTo>
                  <a:pt x="1794103" y="3585743"/>
                </a:lnTo>
                <a:lnTo>
                  <a:pt x="1806194" y="3583305"/>
                </a:lnTo>
                <a:lnTo>
                  <a:pt x="3218980" y="3583305"/>
                </a:lnTo>
                <a:lnTo>
                  <a:pt x="3264928" y="3580434"/>
                </a:lnTo>
                <a:lnTo>
                  <a:pt x="3309188" y="3572078"/>
                </a:lnTo>
                <a:lnTo>
                  <a:pt x="3351415" y="3558578"/>
                </a:lnTo>
                <a:lnTo>
                  <a:pt x="3391255" y="3540264"/>
                </a:lnTo>
                <a:lnTo>
                  <a:pt x="3428390" y="3517506"/>
                </a:lnTo>
                <a:lnTo>
                  <a:pt x="3462439" y="3490620"/>
                </a:lnTo>
                <a:lnTo>
                  <a:pt x="3493084" y="3459988"/>
                </a:lnTo>
                <a:lnTo>
                  <a:pt x="3519957" y="3425926"/>
                </a:lnTo>
                <a:lnTo>
                  <a:pt x="3542715" y="3388804"/>
                </a:lnTo>
                <a:lnTo>
                  <a:pt x="3561029" y="3348952"/>
                </a:lnTo>
                <a:lnTo>
                  <a:pt x="3574542" y="3306724"/>
                </a:lnTo>
                <a:lnTo>
                  <a:pt x="3582898" y="3262477"/>
                </a:lnTo>
                <a:lnTo>
                  <a:pt x="3585756" y="3216529"/>
                </a:lnTo>
                <a:lnTo>
                  <a:pt x="3585756" y="366763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3" name="Google Shape;613;p26"/>
          <p:cNvSpPr txBox="1">
            <a:spLocks noGrp="1"/>
          </p:cNvSpPr>
          <p:nvPr>
            <p:ph type="body" idx="5"/>
          </p:nvPr>
        </p:nvSpPr>
        <p:spPr>
          <a:xfrm>
            <a:off x="831850" y="854075"/>
            <a:ext cx="1830312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4" name="Google Shape;614;p26"/>
          <p:cNvSpPr txBox="1">
            <a:spLocks noGrp="1"/>
          </p:cNvSpPr>
          <p:nvPr>
            <p:ph type="body" idx="6"/>
          </p:nvPr>
        </p:nvSpPr>
        <p:spPr>
          <a:xfrm flipH="1">
            <a:off x="6579809" y="3563464"/>
            <a:ext cx="2558609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5" name="Google Shape;615;p26"/>
          <p:cNvSpPr txBox="1">
            <a:spLocks noGrp="1"/>
          </p:cNvSpPr>
          <p:nvPr>
            <p:ph type="body" idx="7"/>
          </p:nvPr>
        </p:nvSpPr>
        <p:spPr>
          <a:xfrm>
            <a:off x="6642136" y="4938559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6" name="Google Shape;616;p26"/>
          <p:cNvSpPr txBox="1">
            <a:spLocks noGrp="1"/>
          </p:cNvSpPr>
          <p:nvPr>
            <p:ph type="body" idx="8"/>
          </p:nvPr>
        </p:nvSpPr>
        <p:spPr>
          <a:xfrm>
            <a:off x="6129672" y="6654055"/>
            <a:ext cx="34588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7" name="Google Shape;617;p26"/>
          <p:cNvSpPr txBox="1">
            <a:spLocks noGrp="1"/>
          </p:cNvSpPr>
          <p:nvPr>
            <p:ph type="body" idx="9"/>
          </p:nvPr>
        </p:nvSpPr>
        <p:spPr>
          <a:xfrm>
            <a:off x="6129672" y="7147055"/>
            <a:ext cx="3458882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8" name="Google Shape;618;p26"/>
          <p:cNvSpPr txBox="1">
            <a:spLocks noGrp="1"/>
          </p:cNvSpPr>
          <p:nvPr>
            <p:ph type="body" idx="13"/>
          </p:nvPr>
        </p:nvSpPr>
        <p:spPr>
          <a:xfrm flipH="1">
            <a:off x="10827390" y="3563464"/>
            <a:ext cx="2558609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9" name="Google Shape;619;p26"/>
          <p:cNvSpPr txBox="1">
            <a:spLocks noGrp="1"/>
          </p:cNvSpPr>
          <p:nvPr>
            <p:ph type="body" idx="14"/>
          </p:nvPr>
        </p:nvSpPr>
        <p:spPr>
          <a:xfrm>
            <a:off x="10889717" y="4938559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0" name="Google Shape;620;p26"/>
          <p:cNvSpPr txBox="1">
            <a:spLocks noGrp="1"/>
          </p:cNvSpPr>
          <p:nvPr>
            <p:ph type="body" idx="15"/>
          </p:nvPr>
        </p:nvSpPr>
        <p:spPr>
          <a:xfrm>
            <a:off x="10377253" y="6654055"/>
            <a:ext cx="34588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1" name="Google Shape;621;p26"/>
          <p:cNvSpPr txBox="1">
            <a:spLocks noGrp="1"/>
          </p:cNvSpPr>
          <p:nvPr>
            <p:ph type="body" idx="16"/>
          </p:nvPr>
        </p:nvSpPr>
        <p:spPr>
          <a:xfrm>
            <a:off x="10377253" y="7147055"/>
            <a:ext cx="3458882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2" name="Google Shape;622;p26"/>
          <p:cNvSpPr txBox="1">
            <a:spLocks noGrp="1"/>
          </p:cNvSpPr>
          <p:nvPr>
            <p:ph type="body" idx="17"/>
          </p:nvPr>
        </p:nvSpPr>
        <p:spPr>
          <a:xfrm flipH="1">
            <a:off x="14977733" y="3563464"/>
            <a:ext cx="2558609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3" name="Google Shape;623;p26"/>
          <p:cNvSpPr txBox="1">
            <a:spLocks noGrp="1"/>
          </p:cNvSpPr>
          <p:nvPr>
            <p:ph type="body" idx="18"/>
          </p:nvPr>
        </p:nvSpPr>
        <p:spPr>
          <a:xfrm>
            <a:off x="15040060" y="4938559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4" name="Google Shape;624;p26"/>
          <p:cNvSpPr txBox="1">
            <a:spLocks noGrp="1"/>
          </p:cNvSpPr>
          <p:nvPr>
            <p:ph type="body" idx="19"/>
          </p:nvPr>
        </p:nvSpPr>
        <p:spPr>
          <a:xfrm>
            <a:off x="14527596" y="6654055"/>
            <a:ext cx="34588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5" name="Google Shape;625;p26"/>
          <p:cNvSpPr txBox="1">
            <a:spLocks noGrp="1"/>
          </p:cNvSpPr>
          <p:nvPr>
            <p:ph type="body" idx="20"/>
          </p:nvPr>
        </p:nvSpPr>
        <p:spPr>
          <a:xfrm>
            <a:off x="14527596" y="7147055"/>
            <a:ext cx="3458882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26" name="Google Shape;626;p26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627" name="Google Shape;627;p26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36" name="Google Shape;636;p26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7" name="Google Shape;637;p26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7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40" name="Google Shape;640;p27"/>
          <p:cNvSpPr/>
          <p:nvPr/>
        </p:nvSpPr>
        <p:spPr>
          <a:xfrm>
            <a:off x="3220427" y="2372935"/>
            <a:ext cx="2533650" cy="2533650"/>
          </a:xfrm>
          <a:custGeom>
            <a:avLst/>
            <a:gdLst/>
            <a:ahLst/>
            <a:cxnLst/>
            <a:rect l="l" t="t" r="r" b="b"/>
            <a:pathLst>
              <a:path w="2533650" h="2533650" extrusionOk="0">
                <a:moveTo>
                  <a:pt x="2318924" y="0"/>
                </a:moveTo>
                <a:lnTo>
                  <a:pt x="214548" y="0"/>
                </a:lnTo>
                <a:lnTo>
                  <a:pt x="165355" y="5666"/>
                </a:lnTo>
                <a:lnTo>
                  <a:pt x="120196" y="21807"/>
                </a:lnTo>
                <a:lnTo>
                  <a:pt x="80360" y="47135"/>
                </a:lnTo>
                <a:lnTo>
                  <a:pt x="47134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318924"/>
                </a:lnTo>
                <a:lnTo>
                  <a:pt x="5666" y="2368120"/>
                </a:lnTo>
                <a:lnTo>
                  <a:pt x="21807" y="2413282"/>
                </a:lnTo>
                <a:lnTo>
                  <a:pt x="47134" y="2453120"/>
                </a:lnTo>
                <a:lnTo>
                  <a:pt x="80360" y="2486347"/>
                </a:lnTo>
                <a:lnTo>
                  <a:pt x="120196" y="2511675"/>
                </a:lnTo>
                <a:lnTo>
                  <a:pt x="165355" y="2527816"/>
                </a:lnTo>
                <a:lnTo>
                  <a:pt x="214548" y="2533483"/>
                </a:lnTo>
                <a:lnTo>
                  <a:pt x="2318924" y="2533483"/>
                </a:lnTo>
                <a:lnTo>
                  <a:pt x="2368120" y="2527816"/>
                </a:lnTo>
                <a:lnTo>
                  <a:pt x="2413282" y="2511675"/>
                </a:lnTo>
                <a:lnTo>
                  <a:pt x="2453120" y="2486347"/>
                </a:lnTo>
                <a:lnTo>
                  <a:pt x="2486347" y="2453120"/>
                </a:lnTo>
                <a:lnTo>
                  <a:pt x="2511675" y="2413282"/>
                </a:lnTo>
                <a:lnTo>
                  <a:pt x="2527816" y="2368120"/>
                </a:lnTo>
                <a:lnTo>
                  <a:pt x="2533483" y="2318924"/>
                </a:lnTo>
                <a:lnTo>
                  <a:pt x="2533483" y="214558"/>
                </a:lnTo>
                <a:lnTo>
                  <a:pt x="2527816" y="165362"/>
                </a:lnTo>
                <a:lnTo>
                  <a:pt x="2511675" y="120200"/>
                </a:lnTo>
                <a:lnTo>
                  <a:pt x="2486347" y="80362"/>
                </a:lnTo>
                <a:lnTo>
                  <a:pt x="2453120" y="47135"/>
                </a:lnTo>
                <a:lnTo>
                  <a:pt x="2413282" y="21807"/>
                </a:lnTo>
                <a:lnTo>
                  <a:pt x="2368120" y="5666"/>
                </a:lnTo>
                <a:lnTo>
                  <a:pt x="2318924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41" name="Google Shape;641;p27"/>
          <p:cNvSpPr/>
          <p:nvPr/>
        </p:nvSpPr>
        <p:spPr>
          <a:xfrm>
            <a:off x="2976587" y="2130292"/>
            <a:ext cx="3021330" cy="3021330"/>
          </a:xfrm>
          <a:custGeom>
            <a:avLst/>
            <a:gdLst/>
            <a:ahLst/>
            <a:cxnLst/>
            <a:rect l="l" t="t" r="r" b="b"/>
            <a:pathLst>
              <a:path w="3021329" h="3021329" extrusionOk="0">
                <a:moveTo>
                  <a:pt x="53467" y="2526754"/>
                </a:moveTo>
                <a:lnTo>
                  <a:pt x="51371" y="2516352"/>
                </a:lnTo>
                <a:lnTo>
                  <a:pt x="45631" y="2507856"/>
                </a:lnTo>
                <a:lnTo>
                  <a:pt x="37134" y="2502116"/>
                </a:lnTo>
                <a:lnTo>
                  <a:pt x="26733" y="2500020"/>
                </a:lnTo>
                <a:lnTo>
                  <a:pt x="16332" y="2502116"/>
                </a:lnTo>
                <a:lnTo>
                  <a:pt x="7835" y="2507856"/>
                </a:lnTo>
                <a:lnTo>
                  <a:pt x="2108" y="2516352"/>
                </a:lnTo>
                <a:lnTo>
                  <a:pt x="0" y="2526754"/>
                </a:lnTo>
                <a:lnTo>
                  <a:pt x="0" y="2547315"/>
                </a:lnTo>
                <a:lnTo>
                  <a:pt x="2108" y="2557729"/>
                </a:lnTo>
                <a:lnTo>
                  <a:pt x="7835" y="2566225"/>
                </a:lnTo>
                <a:lnTo>
                  <a:pt x="16332" y="2571953"/>
                </a:lnTo>
                <a:lnTo>
                  <a:pt x="26733" y="2574048"/>
                </a:lnTo>
                <a:lnTo>
                  <a:pt x="37134" y="2571953"/>
                </a:lnTo>
                <a:lnTo>
                  <a:pt x="45631" y="2566225"/>
                </a:lnTo>
                <a:lnTo>
                  <a:pt x="51371" y="2557729"/>
                </a:lnTo>
                <a:lnTo>
                  <a:pt x="53467" y="2547315"/>
                </a:lnTo>
                <a:lnTo>
                  <a:pt x="53467" y="2526754"/>
                </a:lnTo>
                <a:close/>
              </a:path>
              <a:path w="3021329" h="3021329" extrusionOk="0">
                <a:moveTo>
                  <a:pt x="53467" y="2300554"/>
                </a:moveTo>
                <a:lnTo>
                  <a:pt x="51371" y="2290140"/>
                </a:lnTo>
                <a:lnTo>
                  <a:pt x="45631" y="2281644"/>
                </a:lnTo>
                <a:lnTo>
                  <a:pt x="37134" y="2275916"/>
                </a:lnTo>
                <a:lnTo>
                  <a:pt x="26733" y="2273820"/>
                </a:lnTo>
                <a:lnTo>
                  <a:pt x="16332" y="2275916"/>
                </a:lnTo>
                <a:lnTo>
                  <a:pt x="7835" y="2281644"/>
                </a:lnTo>
                <a:lnTo>
                  <a:pt x="2108" y="2290140"/>
                </a:lnTo>
                <a:lnTo>
                  <a:pt x="0" y="2300554"/>
                </a:lnTo>
                <a:lnTo>
                  <a:pt x="0" y="2321115"/>
                </a:lnTo>
                <a:lnTo>
                  <a:pt x="2108" y="2331516"/>
                </a:lnTo>
                <a:lnTo>
                  <a:pt x="7835" y="2340013"/>
                </a:lnTo>
                <a:lnTo>
                  <a:pt x="16332" y="2345753"/>
                </a:lnTo>
                <a:lnTo>
                  <a:pt x="26733" y="2347849"/>
                </a:lnTo>
                <a:lnTo>
                  <a:pt x="37134" y="2345753"/>
                </a:lnTo>
                <a:lnTo>
                  <a:pt x="45631" y="2340013"/>
                </a:lnTo>
                <a:lnTo>
                  <a:pt x="51371" y="2331516"/>
                </a:lnTo>
                <a:lnTo>
                  <a:pt x="53467" y="2321115"/>
                </a:lnTo>
                <a:lnTo>
                  <a:pt x="53467" y="2300554"/>
                </a:lnTo>
                <a:close/>
              </a:path>
              <a:path w="3021329" h="3021329" extrusionOk="0">
                <a:moveTo>
                  <a:pt x="53467" y="2074354"/>
                </a:moveTo>
                <a:lnTo>
                  <a:pt x="51371" y="2063940"/>
                </a:lnTo>
                <a:lnTo>
                  <a:pt x="45631" y="2055444"/>
                </a:lnTo>
                <a:lnTo>
                  <a:pt x="37134" y="2049716"/>
                </a:lnTo>
                <a:lnTo>
                  <a:pt x="26733" y="2047621"/>
                </a:lnTo>
                <a:lnTo>
                  <a:pt x="16332" y="2049716"/>
                </a:lnTo>
                <a:lnTo>
                  <a:pt x="7835" y="2055444"/>
                </a:lnTo>
                <a:lnTo>
                  <a:pt x="2108" y="2063940"/>
                </a:lnTo>
                <a:lnTo>
                  <a:pt x="0" y="2074354"/>
                </a:lnTo>
                <a:lnTo>
                  <a:pt x="0" y="2094915"/>
                </a:lnTo>
                <a:lnTo>
                  <a:pt x="2108" y="2105317"/>
                </a:lnTo>
                <a:lnTo>
                  <a:pt x="7835" y="2113813"/>
                </a:lnTo>
                <a:lnTo>
                  <a:pt x="16332" y="2119541"/>
                </a:lnTo>
                <a:lnTo>
                  <a:pt x="26733" y="2121649"/>
                </a:lnTo>
                <a:lnTo>
                  <a:pt x="37134" y="2119541"/>
                </a:lnTo>
                <a:lnTo>
                  <a:pt x="45631" y="2113813"/>
                </a:lnTo>
                <a:lnTo>
                  <a:pt x="51371" y="2105317"/>
                </a:lnTo>
                <a:lnTo>
                  <a:pt x="53467" y="2094915"/>
                </a:lnTo>
                <a:lnTo>
                  <a:pt x="53467" y="2074354"/>
                </a:lnTo>
                <a:close/>
              </a:path>
              <a:path w="3021329" h="3021329" extrusionOk="0">
                <a:moveTo>
                  <a:pt x="53467" y="1848142"/>
                </a:moveTo>
                <a:lnTo>
                  <a:pt x="51371" y="1837740"/>
                </a:lnTo>
                <a:lnTo>
                  <a:pt x="45631" y="1829244"/>
                </a:lnTo>
                <a:lnTo>
                  <a:pt x="37134" y="1823516"/>
                </a:lnTo>
                <a:lnTo>
                  <a:pt x="26733" y="1821408"/>
                </a:lnTo>
                <a:lnTo>
                  <a:pt x="16332" y="1823516"/>
                </a:lnTo>
                <a:lnTo>
                  <a:pt x="7835" y="1829244"/>
                </a:lnTo>
                <a:lnTo>
                  <a:pt x="2108" y="1837740"/>
                </a:lnTo>
                <a:lnTo>
                  <a:pt x="0" y="1848142"/>
                </a:lnTo>
                <a:lnTo>
                  <a:pt x="0" y="1868716"/>
                </a:lnTo>
                <a:lnTo>
                  <a:pt x="2108" y="1879117"/>
                </a:lnTo>
                <a:lnTo>
                  <a:pt x="7835" y="1887613"/>
                </a:lnTo>
                <a:lnTo>
                  <a:pt x="16332" y="1893341"/>
                </a:lnTo>
                <a:lnTo>
                  <a:pt x="26733" y="1895436"/>
                </a:lnTo>
                <a:lnTo>
                  <a:pt x="37134" y="1893341"/>
                </a:lnTo>
                <a:lnTo>
                  <a:pt x="45631" y="1887613"/>
                </a:lnTo>
                <a:lnTo>
                  <a:pt x="51371" y="1879117"/>
                </a:lnTo>
                <a:lnTo>
                  <a:pt x="53467" y="1868716"/>
                </a:lnTo>
                <a:lnTo>
                  <a:pt x="53467" y="1848142"/>
                </a:lnTo>
                <a:close/>
              </a:path>
              <a:path w="3021329" h="3021329" extrusionOk="0">
                <a:moveTo>
                  <a:pt x="53467" y="1621942"/>
                </a:moveTo>
                <a:lnTo>
                  <a:pt x="51371" y="1611541"/>
                </a:lnTo>
                <a:lnTo>
                  <a:pt x="45631" y="1603044"/>
                </a:lnTo>
                <a:lnTo>
                  <a:pt x="37134" y="1597317"/>
                </a:lnTo>
                <a:lnTo>
                  <a:pt x="26733" y="1595208"/>
                </a:lnTo>
                <a:lnTo>
                  <a:pt x="16332" y="1597317"/>
                </a:lnTo>
                <a:lnTo>
                  <a:pt x="7835" y="1603044"/>
                </a:lnTo>
                <a:lnTo>
                  <a:pt x="2108" y="1611541"/>
                </a:lnTo>
                <a:lnTo>
                  <a:pt x="0" y="1621942"/>
                </a:lnTo>
                <a:lnTo>
                  <a:pt x="0" y="1642503"/>
                </a:lnTo>
                <a:lnTo>
                  <a:pt x="2108" y="1652917"/>
                </a:lnTo>
                <a:lnTo>
                  <a:pt x="7835" y="1661414"/>
                </a:lnTo>
                <a:lnTo>
                  <a:pt x="16332" y="1667141"/>
                </a:lnTo>
                <a:lnTo>
                  <a:pt x="26733" y="1669237"/>
                </a:lnTo>
                <a:lnTo>
                  <a:pt x="37134" y="1667141"/>
                </a:lnTo>
                <a:lnTo>
                  <a:pt x="45631" y="1661414"/>
                </a:lnTo>
                <a:lnTo>
                  <a:pt x="51371" y="1652917"/>
                </a:lnTo>
                <a:lnTo>
                  <a:pt x="53467" y="1642503"/>
                </a:lnTo>
                <a:lnTo>
                  <a:pt x="53467" y="1621942"/>
                </a:lnTo>
                <a:close/>
              </a:path>
              <a:path w="3021329" h="3021329" extrusionOk="0">
                <a:moveTo>
                  <a:pt x="60109" y="2777667"/>
                </a:moveTo>
                <a:lnTo>
                  <a:pt x="59855" y="2767063"/>
                </a:lnTo>
                <a:lnTo>
                  <a:pt x="58483" y="2761056"/>
                </a:lnTo>
                <a:lnTo>
                  <a:pt x="57315" y="2754896"/>
                </a:lnTo>
                <a:lnTo>
                  <a:pt x="25946" y="2726347"/>
                </a:lnTo>
                <a:lnTo>
                  <a:pt x="15976" y="2729992"/>
                </a:lnTo>
                <a:lnTo>
                  <a:pt x="8432" y="2736939"/>
                </a:lnTo>
                <a:lnTo>
                  <a:pt x="4051" y="2746197"/>
                </a:lnTo>
                <a:lnTo>
                  <a:pt x="3530" y="2756801"/>
                </a:lnTo>
                <a:lnTo>
                  <a:pt x="4648" y="2764193"/>
                </a:lnTo>
                <a:lnTo>
                  <a:pt x="24930" y="2798203"/>
                </a:lnTo>
                <a:lnTo>
                  <a:pt x="33756" y="2799715"/>
                </a:lnTo>
                <a:lnTo>
                  <a:pt x="35712" y="2799715"/>
                </a:lnTo>
                <a:lnTo>
                  <a:pt x="60109" y="2777667"/>
                </a:lnTo>
                <a:close/>
              </a:path>
              <a:path w="3021329" h="3021329" extrusionOk="0">
                <a:moveTo>
                  <a:pt x="188518" y="2956077"/>
                </a:moveTo>
                <a:lnTo>
                  <a:pt x="188099" y="2945841"/>
                </a:lnTo>
                <a:lnTo>
                  <a:pt x="183870" y="2936506"/>
                </a:lnTo>
                <a:lnTo>
                  <a:pt x="176110" y="2929255"/>
                </a:lnTo>
                <a:lnTo>
                  <a:pt x="170840" y="2926003"/>
                </a:lnTo>
                <a:lnTo>
                  <a:pt x="165633" y="2922536"/>
                </a:lnTo>
                <a:lnTo>
                  <a:pt x="160616" y="2918904"/>
                </a:lnTo>
                <a:lnTo>
                  <a:pt x="150952" y="2914535"/>
                </a:lnTo>
                <a:lnTo>
                  <a:pt x="140703" y="2914205"/>
                </a:lnTo>
                <a:lnTo>
                  <a:pt x="131089" y="2917748"/>
                </a:lnTo>
                <a:lnTo>
                  <a:pt x="123291" y="2924975"/>
                </a:lnTo>
                <a:lnTo>
                  <a:pt x="118922" y="2934639"/>
                </a:lnTo>
                <a:lnTo>
                  <a:pt x="118592" y="2944876"/>
                </a:lnTo>
                <a:lnTo>
                  <a:pt x="122135" y="2954490"/>
                </a:lnTo>
                <a:lnTo>
                  <a:pt x="157289" y="2978747"/>
                </a:lnTo>
                <a:lnTo>
                  <a:pt x="162064" y="2978747"/>
                </a:lnTo>
                <a:lnTo>
                  <a:pt x="168694" y="2977921"/>
                </a:lnTo>
                <a:lnTo>
                  <a:pt x="174929" y="2975470"/>
                </a:lnTo>
                <a:lnTo>
                  <a:pt x="180416" y="2971482"/>
                </a:lnTo>
                <a:lnTo>
                  <a:pt x="184848" y="2966034"/>
                </a:lnTo>
                <a:lnTo>
                  <a:pt x="188518" y="2956077"/>
                </a:lnTo>
                <a:close/>
              </a:path>
              <a:path w="3021329" h="3021329" extrusionOk="0">
                <a:moveTo>
                  <a:pt x="407162" y="2994114"/>
                </a:moveTo>
                <a:lnTo>
                  <a:pt x="405066" y="2983700"/>
                </a:lnTo>
                <a:lnTo>
                  <a:pt x="399338" y="2975203"/>
                </a:lnTo>
                <a:lnTo>
                  <a:pt x="390829" y="2969476"/>
                </a:lnTo>
                <a:lnTo>
                  <a:pt x="380428" y="2967380"/>
                </a:lnTo>
                <a:lnTo>
                  <a:pt x="359867" y="2967380"/>
                </a:lnTo>
                <a:lnTo>
                  <a:pt x="349465" y="2969476"/>
                </a:lnTo>
                <a:lnTo>
                  <a:pt x="340956" y="2975203"/>
                </a:lnTo>
                <a:lnTo>
                  <a:pt x="335229" y="2983700"/>
                </a:lnTo>
                <a:lnTo>
                  <a:pt x="333133" y="2994114"/>
                </a:lnTo>
                <a:lnTo>
                  <a:pt x="335229" y="3004515"/>
                </a:lnTo>
                <a:lnTo>
                  <a:pt x="340956" y="3013011"/>
                </a:lnTo>
                <a:lnTo>
                  <a:pt x="349465" y="3018739"/>
                </a:lnTo>
                <a:lnTo>
                  <a:pt x="359867" y="3020847"/>
                </a:lnTo>
                <a:lnTo>
                  <a:pt x="380428" y="3020847"/>
                </a:lnTo>
                <a:lnTo>
                  <a:pt x="390829" y="3018739"/>
                </a:lnTo>
                <a:lnTo>
                  <a:pt x="399338" y="3013011"/>
                </a:lnTo>
                <a:lnTo>
                  <a:pt x="405066" y="3004515"/>
                </a:lnTo>
                <a:lnTo>
                  <a:pt x="407162" y="2994114"/>
                </a:lnTo>
                <a:close/>
              </a:path>
              <a:path w="3021329" h="3021329" extrusionOk="0">
                <a:moveTo>
                  <a:pt x="633374" y="2994114"/>
                </a:moveTo>
                <a:lnTo>
                  <a:pt x="631278" y="2983700"/>
                </a:lnTo>
                <a:lnTo>
                  <a:pt x="625551" y="2975203"/>
                </a:lnTo>
                <a:lnTo>
                  <a:pt x="617042" y="2969476"/>
                </a:lnTo>
                <a:lnTo>
                  <a:pt x="606628" y="2967380"/>
                </a:lnTo>
                <a:lnTo>
                  <a:pt x="586079" y="2967380"/>
                </a:lnTo>
                <a:lnTo>
                  <a:pt x="575665" y="2969476"/>
                </a:lnTo>
                <a:lnTo>
                  <a:pt x="567169" y="2975203"/>
                </a:lnTo>
                <a:lnTo>
                  <a:pt x="561441" y="2983700"/>
                </a:lnTo>
                <a:lnTo>
                  <a:pt x="559333" y="2994114"/>
                </a:lnTo>
                <a:lnTo>
                  <a:pt x="561441" y="3004515"/>
                </a:lnTo>
                <a:lnTo>
                  <a:pt x="567169" y="3013011"/>
                </a:lnTo>
                <a:lnTo>
                  <a:pt x="575665" y="3018739"/>
                </a:lnTo>
                <a:lnTo>
                  <a:pt x="586079" y="3020847"/>
                </a:lnTo>
                <a:lnTo>
                  <a:pt x="606628" y="3020847"/>
                </a:lnTo>
                <a:lnTo>
                  <a:pt x="617042" y="3018739"/>
                </a:lnTo>
                <a:lnTo>
                  <a:pt x="625551" y="3013011"/>
                </a:lnTo>
                <a:lnTo>
                  <a:pt x="631278" y="3004515"/>
                </a:lnTo>
                <a:lnTo>
                  <a:pt x="633374" y="2994114"/>
                </a:lnTo>
                <a:close/>
              </a:path>
              <a:path w="3021329" h="3021329" extrusionOk="0">
                <a:moveTo>
                  <a:pt x="859574" y="2994114"/>
                </a:moveTo>
                <a:lnTo>
                  <a:pt x="857478" y="2983700"/>
                </a:lnTo>
                <a:lnTo>
                  <a:pt x="851750" y="2975203"/>
                </a:lnTo>
                <a:lnTo>
                  <a:pt x="843254" y="2969476"/>
                </a:lnTo>
                <a:lnTo>
                  <a:pt x="832840" y="2967380"/>
                </a:lnTo>
                <a:lnTo>
                  <a:pt x="812279" y="2967380"/>
                </a:lnTo>
                <a:lnTo>
                  <a:pt x="801878" y="2969476"/>
                </a:lnTo>
                <a:lnTo>
                  <a:pt x="793381" y="2975203"/>
                </a:lnTo>
                <a:lnTo>
                  <a:pt x="787654" y="2983700"/>
                </a:lnTo>
                <a:lnTo>
                  <a:pt x="785545" y="2994114"/>
                </a:lnTo>
                <a:lnTo>
                  <a:pt x="787654" y="3004515"/>
                </a:lnTo>
                <a:lnTo>
                  <a:pt x="793381" y="3013011"/>
                </a:lnTo>
                <a:lnTo>
                  <a:pt x="801878" y="3018739"/>
                </a:lnTo>
                <a:lnTo>
                  <a:pt x="812279" y="3020847"/>
                </a:lnTo>
                <a:lnTo>
                  <a:pt x="832840" y="3020847"/>
                </a:lnTo>
                <a:lnTo>
                  <a:pt x="843254" y="3018739"/>
                </a:lnTo>
                <a:lnTo>
                  <a:pt x="851750" y="3013011"/>
                </a:lnTo>
                <a:lnTo>
                  <a:pt x="857478" y="3004515"/>
                </a:lnTo>
                <a:lnTo>
                  <a:pt x="859574" y="2994114"/>
                </a:lnTo>
                <a:close/>
              </a:path>
              <a:path w="3021329" h="3021329" extrusionOk="0">
                <a:moveTo>
                  <a:pt x="1085786" y="2994114"/>
                </a:moveTo>
                <a:lnTo>
                  <a:pt x="1083678" y="2983700"/>
                </a:lnTo>
                <a:lnTo>
                  <a:pt x="1077950" y="2975203"/>
                </a:lnTo>
                <a:lnTo>
                  <a:pt x="1069454" y="2969476"/>
                </a:lnTo>
                <a:lnTo>
                  <a:pt x="1059053" y="2967380"/>
                </a:lnTo>
                <a:lnTo>
                  <a:pt x="1038479" y="2967380"/>
                </a:lnTo>
                <a:lnTo>
                  <a:pt x="1028077" y="2969476"/>
                </a:lnTo>
                <a:lnTo>
                  <a:pt x="1019581" y="2975203"/>
                </a:lnTo>
                <a:lnTo>
                  <a:pt x="1013853" y="2983700"/>
                </a:lnTo>
                <a:lnTo>
                  <a:pt x="1011745" y="2994114"/>
                </a:lnTo>
                <a:lnTo>
                  <a:pt x="1013853" y="3004515"/>
                </a:lnTo>
                <a:lnTo>
                  <a:pt x="1019581" y="3013011"/>
                </a:lnTo>
                <a:lnTo>
                  <a:pt x="1028077" y="3018739"/>
                </a:lnTo>
                <a:lnTo>
                  <a:pt x="1038479" y="3020847"/>
                </a:lnTo>
                <a:lnTo>
                  <a:pt x="1059053" y="3020847"/>
                </a:lnTo>
                <a:lnTo>
                  <a:pt x="1069454" y="3018739"/>
                </a:lnTo>
                <a:lnTo>
                  <a:pt x="1077950" y="3013011"/>
                </a:lnTo>
                <a:lnTo>
                  <a:pt x="1083678" y="3004515"/>
                </a:lnTo>
                <a:lnTo>
                  <a:pt x="1085786" y="2994114"/>
                </a:lnTo>
                <a:close/>
              </a:path>
              <a:path w="3021329" h="3021329" extrusionOk="0">
                <a:moveTo>
                  <a:pt x="1311986" y="2994114"/>
                </a:moveTo>
                <a:lnTo>
                  <a:pt x="1309878" y="2983700"/>
                </a:lnTo>
                <a:lnTo>
                  <a:pt x="1304150" y="2975203"/>
                </a:lnTo>
                <a:lnTo>
                  <a:pt x="1295654" y="2969476"/>
                </a:lnTo>
                <a:lnTo>
                  <a:pt x="1285252" y="2967380"/>
                </a:lnTo>
                <a:lnTo>
                  <a:pt x="1264691" y="2967380"/>
                </a:lnTo>
                <a:lnTo>
                  <a:pt x="1254277" y="2969476"/>
                </a:lnTo>
                <a:lnTo>
                  <a:pt x="1245781" y="2975203"/>
                </a:lnTo>
                <a:lnTo>
                  <a:pt x="1240053" y="2983700"/>
                </a:lnTo>
                <a:lnTo>
                  <a:pt x="1237957" y="2994114"/>
                </a:lnTo>
                <a:lnTo>
                  <a:pt x="1240053" y="3004515"/>
                </a:lnTo>
                <a:lnTo>
                  <a:pt x="1245781" y="3013011"/>
                </a:lnTo>
                <a:lnTo>
                  <a:pt x="1254277" y="3018739"/>
                </a:lnTo>
                <a:lnTo>
                  <a:pt x="1264691" y="3020847"/>
                </a:lnTo>
                <a:lnTo>
                  <a:pt x="1285252" y="3020847"/>
                </a:lnTo>
                <a:lnTo>
                  <a:pt x="1295654" y="3018739"/>
                </a:lnTo>
                <a:lnTo>
                  <a:pt x="1304150" y="3013011"/>
                </a:lnTo>
                <a:lnTo>
                  <a:pt x="1309878" y="3004515"/>
                </a:lnTo>
                <a:lnTo>
                  <a:pt x="1311986" y="2994114"/>
                </a:lnTo>
                <a:close/>
              </a:path>
              <a:path w="3021329" h="3021329" extrusionOk="0">
                <a:moveTo>
                  <a:pt x="3020847" y="308978"/>
                </a:moveTo>
                <a:lnTo>
                  <a:pt x="3017482" y="263385"/>
                </a:lnTo>
                <a:lnTo>
                  <a:pt x="3007741" y="219849"/>
                </a:lnTo>
                <a:lnTo>
                  <a:pt x="2992082" y="178841"/>
                </a:lnTo>
                <a:lnTo>
                  <a:pt x="2971000" y="140855"/>
                </a:lnTo>
                <a:lnTo>
                  <a:pt x="2944965" y="106375"/>
                </a:lnTo>
                <a:lnTo>
                  <a:pt x="2914472" y="75882"/>
                </a:lnTo>
                <a:lnTo>
                  <a:pt x="2879991" y="49847"/>
                </a:lnTo>
                <a:lnTo>
                  <a:pt x="2842006" y="28765"/>
                </a:lnTo>
                <a:lnTo>
                  <a:pt x="2800997" y="13106"/>
                </a:lnTo>
                <a:lnTo>
                  <a:pt x="2757462" y="3352"/>
                </a:lnTo>
                <a:lnTo>
                  <a:pt x="2711856" y="0"/>
                </a:lnTo>
                <a:lnTo>
                  <a:pt x="311048" y="0"/>
                </a:lnTo>
                <a:lnTo>
                  <a:pt x="265455" y="3352"/>
                </a:lnTo>
                <a:lnTo>
                  <a:pt x="221907" y="13106"/>
                </a:lnTo>
                <a:lnTo>
                  <a:pt x="180898" y="28765"/>
                </a:lnTo>
                <a:lnTo>
                  <a:pt x="142913" y="49847"/>
                </a:lnTo>
                <a:lnTo>
                  <a:pt x="108432" y="75882"/>
                </a:lnTo>
                <a:lnTo>
                  <a:pt x="77939" y="106375"/>
                </a:lnTo>
                <a:lnTo>
                  <a:pt x="51904" y="140855"/>
                </a:lnTo>
                <a:lnTo>
                  <a:pt x="30822" y="178841"/>
                </a:lnTo>
                <a:lnTo>
                  <a:pt x="15163" y="219849"/>
                </a:lnTo>
                <a:lnTo>
                  <a:pt x="5410" y="263385"/>
                </a:lnTo>
                <a:lnTo>
                  <a:pt x="2057" y="308978"/>
                </a:lnTo>
                <a:lnTo>
                  <a:pt x="2057" y="1509382"/>
                </a:lnTo>
                <a:lnTo>
                  <a:pt x="3987" y="1518996"/>
                </a:lnTo>
                <a:lnTo>
                  <a:pt x="9283" y="1526844"/>
                </a:lnTo>
                <a:lnTo>
                  <a:pt x="17132" y="1532128"/>
                </a:lnTo>
                <a:lnTo>
                  <a:pt x="26733" y="1534071"/>
                </a:lnTo>
                <a:lnTo>
                  <a:pt x="36334" y="1532128"/>
                </a:lnTo>
                <a:lnTo>
                  <a:pt x="44183" y="1526844"/>
                </a:lnTo>
                <a:lnTo>
                  <a:pt x="49479" y="1518996"/>
                </a:lnTo>
                <a:lnTo>
                  <a:pt x="51409" y="1509382"/>
                </a:lnTo>
                <a:lnTo>
                  <a:pt x="51409" y="308978"/>
                </a:lnTo>
                <a:lnTo>
                  <a:pt x="55600" y="262382"/>
                </a:lnTo>
                <a:lnTo>
                  <a:pt x="67678" y="218478"/>
                </a:lnTo>
                <a:lnTo>
                  <a:pt x="86906" y="178041"/>
                </a:lnTo>
                <a:lnTo>
                  <a:pt x="112547" y="141795"/>
                </a:lnTo>
                <a:lnTo>
                  <a:pt x="143865" y="110490"/>
                </a:lnTo>
                <a:lnTo>
                  <a:pt x="180111" y="84848"/>
                </a:lnTo>
                <a:lnTo>
                  <a:pt x="220548" y="65620"/>
                </a:lnTo>
                <a:lnTo>
                  <a:pt x="264439" y="53543"/>
                </a:lnTo>
                <a:lnTo>
                  <a:pt x="311048" y="49352"/>
                </a:lnTo>
                <a:lnTo>
                  <a:pt x="2711856" y="49352"/>
                </a:lnTo>
                <a:lnTo>
                  <a:pt x="2758465" y="53543"/>
                </a:lnTo>
                <a:lnTo>
                  <a:pt x="2802356" y="65620"/>
                </a:lnTo>
                <a:lnTo>
                  <a:pt x="2842806" y="84848"/>
                </a:lnTo>
                <a:lnTo>
                  <a:pt x="2879039" y="110490"/>
                </a:lnTo>
                <a:lnTo>
                  <a:pt x="2910357" y="141795"/>
                </a:lnTo>
                <a:lnTo>
                  <a:pt x="2935998" y="178041"/>
                </a:lnTo>
                <a:lnTo>
                  <a:pt x="2955226" y="218478"/>
                </a:lnTo>
                <a:lnTo>
                  <a:pt x="2967304" y="262382"/>
                </a:lnTo>
                <a:lnTo>
                  <a:pt x="2971495" y="308978"/>
                </a:lnTo>
                <a:lnTo>
                  <a:pt x="2971495" y="2709799"/>
                </a:lnTo>
                <a:lnTo>
                  <a:pt x="2967304" y="2756408"/>
                </a:lnTo>
                <a:lnTo>
                  <a:pt x="2955226" y="2800299"/>
                </a:lnTo>
                <a:lnTo>
                  <a:pt x="2935998" y="2840736"/>
                </a:lnTo>
                <a:lnTo>
                  <a:pt x="2910357" y="2876981"/>
                </a:lnTo>
                <a:lnTo>
                  <a:pt x="2879039" y="2908300"/>
                </a:lnTo>
                <a:lnTo>
                  <a:pt x="2842806" y="2933941"/>
                </a:lnTo>
                <a:lnTo>
                  <a:pt x="2802356" y="2953169"/>
                </a:lnTo>
                <a:lnTo>
                  <a:pt x="2758465" y="2965246"/>
                </a:lnTo>
                <a:lnTo>
                  <a:pt x="2711856" y="2969437"/>
                </a:lnTo>
                <a:lnTo>
                  <a:pt x="1521663" y="2969437"/>
                </a:lnTo>
                <a:lnTo>
                  <a:pt x="1511452" y="2967380"/>
                </a:lnTo>
                <a:lnTo>
                  <a:pt x="1490891" y="2967380"/>
                </a:lnTo>
                <a:lnTo>
                  <a:pt x="1480489" y="2969476"/>
                </a:lnTo>
                <a:lnTo>
                  <a:pt x="1471980" y="2975203"/>
                </a:lnTo>
                <a:lnTo>
                  <a:pt x="1466253" y="2983700"/>
                </a:lnTo>
                <a:lnTo>
                  <a:pt x="1464157" y="2994114"/>
                </a:lnTo>
                <a:lnTo>
                  <a:pt x="1466253" y="3004515"/>
                </a:lnTo>
                <a:lnTo>
                  <a:pt x="1471980" y="3013011"/>
                </a:lnTo>
                <a:lnTo>
                  <a:pt x="1480489" y="3018739"/>
                </a:lnTo>
                <a:lnTo>
                  <a:pt x="1490891" y="3020847"/>
                </a:lnTo>
                <a:lnTo>
                  <a:pt x="1511452" y="3020847"/>
                </a:lnTo>
                <a:lnTo>
                  <a:pt x="1521599" y="3018790"/>
                </a:lnTo>
                <a:lnTo>
                  <a:pt x="2711856" y="3018790"/>
                </a:lnTo>
                <a:lnTo>
                  <a:pt x="2757462" y="3015424"/>
                </a:lnTo>
                <a:lnTo>
                  <a:pt x="2800997" y="3005683"/>
                </a:lnTo>
                <a:lnTo>
                  <a:pt x="2842006" y="2990024"/>
                </a:lnTo>
                <a:lnTo>
                  <a:pt x="2879991" y="2968942"/>
                </a:lnTo>
                <a:lnTo>
                  <a:pt x="2914472" y="2942907"/>
                </a:lnTo>
                <a:lnTo>
                  <a:pt x="2944965" y="2912402"/>
                </a:lnTo>
                <a:lnTo>
                  <a:pt x="2971000" y="2877921"/>
                </a:lnTo>
                <a:lnTo>
                  <a:pt x="2992082" y="2839948"/>
                </a:lnTo>
                <a:lnTo>
                  <a:pt x="3007741" y="2798940"/>
                </a:lnTo>
                <a:lnTo>
                  <a:pt x="3017482" y="2755404"/>
                </a:lnTo>
                <a:lnTo>
                  <a:pt x="3020847" y="2709799"/>
                </a:lnTo>
                <a:lnTo>
                  <a:pt x="3020847" y="308978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42" name="Google Shape;642;p27"/>
          <p:cNvSpPr txBox="1">
            <a:spLocks noGrp="1"/>
          </p:cNvSpPr>
          <p:nvPr>
            <p:ph type="body" idx="1"/>
          </p:nvPr>
        </p:nvSpPr>
        <p:spPr>
          <a:xfrm flipH="1">
            <a:off x="3526092" y="2628433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43" name="Google Shape;643;p27"/>
          <p:cNvSpPr txBox="1">
            <a:spLocks noGrp="1"/>
          </p:cNvSpPr>
          <p:nvPr>
            <p:ph type="body" idx="2"/>
          </p:nvPr>
        </p:nvSpPr>
        <p:spPr>
          <a:xfrm>
            <a:off x="3270275" y="3897730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44" name="Google Shape;644;p27"/>
          <p:cNvSpPr txBox="1">
            <a:spLocks noGrp="1"/>
          </p:cNvSpPr>
          <p:nvPr>
            <p:ph type="body" idx="3"/>
          </p:nvPr>
        </p:nvSpPr>
        <p:spPr>
          <a:xfrm>
            <a:off x="2961272" y="5316417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45" name="Google Shape;645;p27"/>
          <p:cNvSpPr txBox="1">
            <a:spLocks noGrp="1"/>
          </p:cNvSpPr>
          <p:nvPr>
            <p:ph type="body" idx="4"/>
          </p:nvPr>
        </p:nvSpPr>
        <p:spPr>
          <a:xfrm>
            <a:off x="2961272" y="5695117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46" name="Google Shape;646;p27"/>
          <p:cNvGrpSpPr/>
          <p:nvPr/>
        </p:nvGrpSpPr>
        <p:grpSpPr>
          <a:xfrm>
            <a:off x="6695028" y="2130292"/>
            <a:ext cx="3021330" cy="3021330"/>
            <a:chOff x="2600096" y="1064430"/>
            <a:chExt cx="3021330" cy="3021330"/>
          </a:xfrm>
        </p:grpSpPr>
        <p:sp>
          <p:nvSpPr>
            <p:cNvPr id="647" name="Google Shape;647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49" name="Google Shape;649;p27"/>
          <p:cNvSpPr txBox="1">
            <a:spLocks noGrp="1"/>
          </p:cNvSpPr>
          <p:nvPr>
            <p:ph type="body" idx="5"/>
          </p:nvPr>
        </p:nvSpPr>
        <p:spPr>
          <a:xfrm flipH="1">
            <a:off x="7244542" y="2628433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0" name="Google Shape;650;p27"/>
          <p:cNvSpPr txBox="1">
            <a:spLocks noGrp="1"/>
          </p:cNvSpPr>
          <p:nvPr>
            <p:ph type="body" idx="6"/>
          </p:nvPr>
        </p:nvSpPr>
        <p:spPr>
          <a:xfrm>
            <a:off x="6988725" y="3897730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1" name="Google Shape;651;p27"/>
          <p:cNvSpPr txBox="1">
            <a:spLocks noGrp="1"/>
          </p:cNvSpPr>
          <p:nvPr>
            <p:ph type="body" idx="7"/>
          </p:nvPr>
        </p:nvSpPr>
        <p:spPr>
          <a:xfrm>
            <a:off x="6679722" y="5316417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2" name="Google Shape;652;p27"/>
          <p:cNvSpPr txBox="1">
            <a:spLocks noGrp="1"/>
          </p:cNvSpPr>
          <p:nvPr>
            <p:ph type="body" idx="8"/>
          </p:nvPr>
        </p:nvSpPr>
        <p:spPr>
          <a:xfrm>
            <a:off x="6679722" y="5695117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53" name="Google Shape;653;p27"/>
          <p:cNvGrpSpPr/>
          <p:nvPr/>
        </p:nvGrpSpPr>
        <p:grpSpPr>
          <a:xfrm>
            <a:off x="10413478" y="2130292"/>
            <a:ext cx="3021330" cy="3021330"/>
            <a:chOff x="2600096" y="1064430"/>
            <a:chExt cx="3021330" cy="3021330"/>
          </a:xfrm>
        </p:grpSpPr>
        <p:sp>
          <p:nvSpPr>
            <p:cNvPr id="654" name="Google Shape;654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56" name="Google Shape;656;p27"/>
          <p:cNvSpPr txBox="1">
            <a:spLocks noGrp="1"/>
          </p:cNvSpPr>
          <p:nvPr>
            <p:ph type="body" idx="9"/>
          </p:nvPr>
        </p:nvSpPr>
        <p:spPr>
          <a:xfrm flipH="1">
            <a:off x="10962992" y="2628433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7" name="Google Shape;657;p27"/>
          <p:cNvSpPr txBox="1">
            <a:spLocks noGrp="1"/>
          </p:cNvSpPr>
          <p:nvPr>
            <p:ph type="body" idx="13"/>
          </p:nvPr>
        </p:nvSpPr>
        <p:spPr>
          <a:xfrm>
            <a:off x="10707175" y="3897730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8" name="Google Shape;658;p27"/>
          <p:cNvSpPr txBox="1">
            <a:spLocks noGrp="1"/>
          </p:cNvSpPr>
          <p:nvPr>
            <p:ph type="body" idx="14"/>
          </p:nvPr>
        </p:nvSpPr>
        <p:spPr>
          <a:xfrm>
            <a:off x="10398172" y="5316417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59" name="Google Shape;659;p27"/>
          <p:cNvSpPr txBox="1">
            <a:spLocks noGrp="1"/>
          </p:cNvSpPr>
          <p:nvPr>
            <p:ph type="body" idx="15"/>
          </p:nvPr>
        </p:nvSpPr>
        <p:spPr>
          <a:xfrm>
            <a:off x="10398172" y="5695117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60" name="Google Shape;660;p27"/>
          <p:cNvGrpSpPr/>
          <p:nvPr/>
        </p:nvGrpSpPr>
        <p:grpSpPr>
          <a:xfrm>
            <a:off x="14131928" y="2130292"/>
            <a:ext cx="3021330" cy="3021330"/>
            <a:chOff x="2600096" y="1064430"/>
            <a:chExt cx="3021330" cy="3021330"/>
          </a:xfrm>
        </p:grpSpPr>
        <p:sp>
          <p:nvSpPr>
            <p:cNvPr id="661" name="Google Shape;661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63" name="Google Shape;663;p27"/>
          <p:cNvSpPr txBox="1">
            <a:spLocks noGrp="1"/>
          </p:cNvSpPr>
          <p:nvPr>
            <p:ph type="body" idx="16"/>
          </p:nvPr>
        </p:nvSpPr>
        <p:spPr>
          <a:xfrm flipH="1">
            <a:off x="14681442" y="2628433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64" name="Google Shape;664;p27"/>
          <p:cNvSpPr txBox="1">
            <a:spLocks noGrp="1"/>
          </p:cNvSpPr>
          <p:nvPr>
            <p:ph type="body" idx="17"/>
          </p:nvPr>
        </p:nvSpPr>
        <p:spPr>
          <a:xfrm>
            <a:off x="14425625" y="3897730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65" name="Google Shape;665;p27"/>
          <p:cNvSpPr txBox="1">
            <a:spLocks noGrp="1"/>
          </p:cNvSpPr>
          <p:nvPr>
            <p:ph type="body" idx="18"/>
          </p:nvPr>
        </p:nvSpPr>
        <p:spPr>
          <a:xfrm>
            <a:off x="14116622" y="5316417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66" name="Google Shape;666;p27"/>
          <p:cNvSpPr txBox="1">
            <a:spLocks noGrp="1"/>
          </p:cNvSpPr>
          <p:nvPr>
            <p:ph type="body" idx="19"/>
          </p:nvPr>
        </p:nvSpPr>
        <p:spPr>
          <a:xfrm>
            <a:off x="14116622" y="5695117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67" name="Google Shape;667;p27"/>
          <p:cNvGrpSpPr/>
          <p:nvPr/>
        </p:nvGrpSpPr>
        <p:grpSpPr>
          <a:xfrm>
            <a:off x="2976587" y="6435330"/>
            <a:ext cx="3021330" cy="3021330"/>
            <a:chOff x="2600096" y="1064430"/>
            <a:chExt cx="3021330" cy="3021330"/>
          </a:xfrm>
        </p:grpSpPr>
        <p:sp>
          <p:nvSpPr>
            <p:cNvPr id="668" name="Google Shape;668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70" name="Google Shape;670;p27"/>
          <p:cNvSpPr txBox="1">
            <a:spLocks noGrp="1"/>
          </p:cNvSpPr>
          <p:nvPr>
            <p:ph type="body" idx="20"/>
          </p:nvPr>
        </p:nvSpPr>
        <p:spPr>
          <a:xfrm flipH="1">
            <a:off x="3526092" y="6933477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71" name="Google Shape;671;p27"/>
          <p:cNvSpPr txBox="1">
            <a:spLocks noGrp="1"/>
          </p:cNvSpPr>
          <p:nvPr>
            <p:ph type="body" idx="21"/>
          </p:nvPr>
        </p:nvSpPr>
        <p:spPr>
          <a:xfrm>
            <a:off x="3270275" y="8202774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72" name="Google Shape;672;p27"/>
          <p:cNvSpPr txBox="1">
            <a:spLocks noGrp="1"/>
          </p:cNvSpPr>
          <p:nvPr>
            <p:ph type="body" idx="22"/>
          </p:nvPr>
        </p:nvSpPr>
        <p:spPr>
          <a:xfrm>
            <a:off x="2961272" y="9674283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73" name="Google Shape;673;p27"/>
          <p:cNvSpPr txBox="1">
            <a:spLocks noGrp="1"/>
          </p:cNvSpPr>
          <p:nvPr>
            <p:ph type="body" idx="23"/>
          </p:nvPr>
        </p:nvSpPr>
        <p:spPr>
          <a:xfrm>
            <a:off x="2961272" y="10052983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74" name="Google Shape;674;p27"/>
          <p:cNvGrpSpPr/>
          <p:nvPr/>
        </p:nvGrpSpPr>
        <p:grpSpPr>
          <a:xfrm>
            <a:off x="6695028" y="6435336"/>
            <a:ext cx="3021330" cy="3021330"/>
            <a:chOff x="2600096" y="1064430"/>
            <a:chExt cx="3021330" cy="3021330"/>
          </a:xfrm>
        </p:grpSpPr>
        <p:sp>
          <p:nvSpPr>
            <p:cNvPr id="675" name="Google Shape;675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77" name="Google Shape;677;p27"/>
          <p:cNvSpPr txBox="1">
            <a:spLocks noGrp="1"/>
          </p:cNvSpPr>
          <p:nvPr>
            <p:ph type="body" idx="24"/>
          </p:nvPr>
        </p:nvSpPr>
        <p:spPr>
          <a:xfrm flipH="1">
            <a:off x="7244542" y="6933477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78" name="Google Shape;678;p27"/>
          <p:cNvSpPr txBox="1">
            <a:spLocks noGrp="1"/>
          </p:cNvSpPr>
          <p:nvPr>
            <p:ph type="body" idx="25"/>
          </p:nvPr>
        </p:nvSpPr>
        <p:spPr>
          <a:xfrm>
            <a:off x="6988725" y="8202774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79" name="Google Shape;679;p27"/>
          <p:cNvSpPr txBox="1">
            <a:spLocks noGrp="1"/>
          </p:cNvSpPr>
          <p:nvPr>
            <p:ph type="body" idx="26"/>
          </p:nvPr>
        </p:nvSpPr>
        <p:spPr>
          <a:xfrm>
            <a:off x="6679722" y="9674283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80" name="Google Shape;680;p27"/>
          <p:cNvSpPr txBox="1">
            <a:spLocks noGrp="1"/>
          </p:cNvSpPr>
          <p:nvPr>
            <p:ph type="body" idx="27"/>
          </p:nvPr>
        </p:nvSpPr>
        <p:spPr>
          <a:xfrm>
            <a:off x="6679722" y="10052983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81" name="Google Shape;681;p27"/>
          <p:cNvGrpSpPr/>
          <p:nvPr/>
        </p:nvGrpSpPr>
        <p:grpSpPr>
          <a:xfrm>
            <a:off x="10413478" y="6488158"/>
            <a:ext cx="3021330" cy="3021330"/>
            <a:chOff x="2600096" y="1064430"/>
            <a:chExt cx="3021330" cy="3021330"/>
          </a:xfrm>
        </p:grpSpPr>
        <p:sp>
          <p:nvSpPr>
            <p:cNvPr id="682" name="Google Shape;682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84" name="Google Shape;684;p27"/>
          <p:cNvSpPr txBox="1">
            <a:spLocks noGrp="1"/>
          </p:cNvSpPr>
          <p:nvPr>
            <p:ph type="body" idx="28"/>
          </p:nvPr>
        </p:nvSpPr>
        <p:spPr>
          <a:xfrm flipH="1">
            <a:off x="10962992" y="6986299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85" name="Google Shape;685;p27"/>
          <p:cNvSpPr txBox="1">
            <a:spLocks noGrp="1"/>
          </p:cNvSpPr>
          <p:nvPr>
            <p:ph type="body" idx="29"/>
          </p:nvPr>
        </p:nvSpPr>
        <p:spPr>
          <a:xfrm>
            <a:off x="10707175" y="8255596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86" name="Google Shape;686;p27"/>
          <p:cNvSpPr txBox="1">
            <a:spLocks noGrp="1"/>
          </p:cNvSpPr>
          <p:nvPr>
            <p:ph type="body" idx="30"/>
          </p:nvPr>
        </p:nvSpPr>
        <p:spPr>
          <a:xfrm>
            <a:off x="10398172" y="9674283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87" name="Google Shape;687;p27"/>
          <p:cNvSpPr txBox="1">
            <a:spLocks noGrp="1"/>
          </p:cNvSpPr>
          <p:nvPr>
            <p:ph type="body" idx="31"/>
          </p:nvPr>
        </p:nvSpPr>
        <p:spPr>
          <a:xfrm>
            <a:off x="10398172" y="10052983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88" name="Google Shape;688;p27"/>
          <p:cNvGrpSpPr/>
          <p:nvPr/>
        </p:nvGrpSpPr>
        <p:grpSpPr>
          <a:xfrm>
            <a:off x="14131928" y="6488158"/>
            <a:ext cx="3021330" cy="3021330"/>
            <a:chOff x="2600096" y="1064430"/>
            <a:chExt cx="3021330" cy="3021330"/>
          </a:xfrm>
        </p:grpSpPr>
        <p:sp>
          <p:nvSpPr>
            <p:cNvPr id="689" name="Google Shape;689;p27"/>
            <p:cNvSpPr/>
            <p:nvPr/>
          </p:nvSpPr>
          <p:spPr>
            <a:xfrm>
              <a:off x="2844815" y="1307073"/>
              <a:ext cx="2533650" cy="2533650"/>
            </a:xfrm>
            <a:custGeom>
              <a:avLst/>
              <a:gdLst/>
              <a:ahLst/>
              <a:cxnLst/>
              <a:rect l="l" t="t" r="r" b="b"/>
              <a:pathLst>
                <a:path w="2533650" h="2533650" extrusionOk="0">
                  <a:moveTo>
                    <a:pt x="2318924" y="0"/>
                  </a:moveTo>
                  <a:lnTo>
                    <a:pt x="214548" y="0"/>
                  </a:lnTo>
                  <a:lnTo>
                    <a:pt x="165355" y="5666"/>
                  </a:lnTo>
                  <a:lnTo>
                    <a:pt x="120196" y="21807"/>
                  </a:lnTo>
                  <a:lnTo>
                    <a:pt x="80360" y="47135"/>
                  </a:lnTo>
                  <a:lnTo>
                    <a:pt x="47134" y="80362"/>
                  </a:lnTo>
                  <a:lnTo>
                    <a:pt x="21807" y="120200"/>
                  </a:lnTo>
                  <a:lnTo>
                    <a:pt x="5666" y="165362"/>
                  </a:lnTo>
                  <a:lnTo>
                    <a:pt x="0" y="214558"/>
                  </a:lnTo>
                  <a:lnTo>
                    <a:pt x="0" y="2318924"/>
                  </a:lnTo>
                  <a:lnTo>
                    <a:pt x="5666" y="2368120"/>
                  </a:lnTo>
                  <a:lnTo>
                    <a:pt x="21807" y="2413282"/>
                  </a:lnTo>
                  <a:lnTo>
                    <a:pt x="47134" y="2453120"/>
                  </a:lnTo>
                  <a:lnTo>
                    <a:pt x="80360" y="2486347"/>
                  </a:lnTo>
                  <a:lnTo>
                    <a:pt x="120196" y="2511675"/>
                  </a:lnTo>
                  <a:lnTo>
                    <a:pt x="165355" y="2527816"/>
                  </a:lnTo>
                  <a:lnTo>
                    <a:pt x="214548" y="2533483"/>
                  </a:lnTo>
                  <a:lnTo>
                    <a:pt x="2318924" y="2533483"/>
                  </a:lnTo>
                  <a:lnTo>
                    <a:pt x="2368120" y="2527816"/>
                  </a:lnTo>
                  <a:lnTo>
                    <a:pt x="2413282" y="2511675"/>
                  </a:lnTo>
                  <a:lnTo>
                    <a:pt x="2453120" y="2486347"/>
                  </a:lnTo>
                  <a:lnTo>
                    <a:pt x="2486347" y="2453120"/>
                  </a:lnTo>
                  <a:lnTo>
                    <a:pt x="2511675" y="2413282"/>
                  </a:lnTo>
                  <a:lnTo>
                    <a:pt x="2527816" y="2368120"/>
                  </a:lnTo>
                  <a:lnTo>
                    <a:pt x="2533483" y="2318924"/>
                  </a:lnTo>
                  <a:lnTo>
                    <a:pt x="2533483" y="214558"/>
                  </a:lnTo>
                  <a:lnTo>
                    <a:pt x="2527816" y="165362"/>
                  </a:lnTo>
                  <a:lnTo>
                    <a:pt x="2511675" y="120200"/>
                  </a:lnTo>
                  <a:lnTo>
                    <a:pt x="2486347" y="80362"/>
                  </a:lnTo>
                  <a:lnTo>
                    <a:pt x="2453120" y="47135"/>
                  </a:lnTo>
                  <a:lnTo>
                    <a:pt x="2413282" y="21807"/>
                  </a:lnTo>
                  <a:lnTo>
                    <a:pt x="2368120" y="5666"/>
                  </a:lnTo>
                  <a:lnTo>
                    <a:pt x="2318924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2600096" y="1064430"/>
              <a:ext cx="3021330" cy="3021330"/>
            </a:xfrm>
            <a:custGeom>
              <a:avLst/>
              <a:gdLst/>
              <a:ahLst/>
              <a:cxnLst/>
              <a:rect l="l" t="t" r="r" b="b"/>
              <a:pathLst>
                <a:path w="3021329" h="3021329" extrusionOk="0">
                  <a:moveTo>
                    <a:pt x="53467" y="2526754"/>
                  </a:moveTo>
                  <a:lnTo>
                    <a:pt x="51371" y="2516352"/>
                  </a:lnTo>
                  <a:lnTo>
                    <a:pt x="45631" y="2507856"/>
                  </a:lnTo>
                  <a:lnTo>
                    <a:pt x="37134" y="2502116"/>
                  </a:lnTo>
                  <a:lnTo>
                    <a:pt x="26733" y="2500020"/>
                  </a:lnTo>
                  <a:lnTo>
                    <a:pt x="16332" y="2502116"/>
                  </a:lnTo>
                  <a:lnTo>
                    <a:pt x="7835" y="2507856"/>
                  </a:lnTo>
                  <a:lnTo>
                    <a:pt x="2108" y="2516352"/>
                  </a:lnTo>
                  <a:lnTo>
                    <a:pt x="0" y="2526754"/>
                  </a:lnTo>
                  <a:lnTo>
                    <a:pt x="0" y="2547315"/>
                  </a:lnTo>
                  <a:lnTo>
                    <a:pt x="2108" y="2557729"/>
                  </a:lnTo>
                  <a:lnTo>
                    <a:pt x="7835" y="2566225"/>
                  </a:lnTo>
                  <a:lnTo>
                    <a:pt x="16332" y="2571953"/>
                  </a:lnTo>
                  <a:lnTo>
                    <a:pt x="26733" y="2574048"/>
                  </a:lnTo>
                  <a:lnTo>
                    <a:pt x="37134" y="2571953"/>
                  </a:lnTo>
                  <a:lnTo>
                    <a:pt x="45631" y="2566225"/>
                  </a:lnTo>
                  <a:lnTo>
                    <a:pt x="51371" y="2557729"/>
                  </a:lnTo>
                  <a:lnTo>
                    <a:pt x="53467" y="2547315"/>
                  </a:lnTo>
                  <a:lnTo>
                    <a:pt x="53467" y="2526754"/>
                  </a:lnTo>
                  <a:close/>
                </a:path>
                <a:path w="3021329" h="3021329" extrusionOk="0">
                  <a:moveTo>
                    <a:pt x="53467" y="2300554"/>
                  </a:moveTo>
                  <a:lnTo>
                    <a:pt x="51371" y="2290140"/>
                  </a:lnTo>
                  <a:lnTo>
                    <a:pt x="45631" y="2281644"/>
                  </a:lnTo>
                  <a:lnTo>
                    <a:pt x="37134" y="2275916"/>
                  </a:lnTo>
                  <a:lnTo>
                    <a:pt x="26733" y="2273820"/>
                  </a:lnTo>
                  <a:lnTo>
                    <a:pt x="16332" y="2275916"/>
                  </a:lnTo>
                  <a:lnTo>
                    <a:pt x="7835" y="2281644"/>
                  </a:lnTo>
                  <a:lnTo>
                    <a:pt x="2108" y="2290140"/>
                  </a:lnTo>
                  <a:lnTo>
                    <a:pt x="0" y="2300554"/>
                  </a:lnTo>
                  <a:lnTo>
                    <a:pt x="0" y="2321115"/>
                  </a:lnTo>
                  <a:lnTo>
                    <a:pt x="2108" y="2331516"/>
                  </a:lnTo>
                  <a:lnTo>
                    <a:pt x="7835" y="2340013"/>
                  </a:lnTo>
                  <a:lnTo>
                    <a:pt x="16332" y="2345753"/>
                  </a:lnTo>
                  <a:lnTo>
                    <a:pt x="26733" y="2347849"/>
                  </a:lnTo>
                  <a:lnTo>
                    <a:pt x="37134" y="2345753"/>
                  </a:lnTo>
                  <a:lnTo>
                    <a:pt x="45631" y="2340013"/>
                  </a:lnTo>
                  <a:lnTo>
                    <a:pt x="51371" y="2331516"/>
                  </a:lnTo>
                  <a:lnTo>
                    <a:pt x="53467" y="2321115"/>
                  </a:lnTo>
                  <a:lnTo>
                    <a:pt x="53467" y="2300554"/>
                  </a:lnTo>
                  <a:close/>
                </a:path>
                <a:path w="3021329" h="3021329" extrusionOk="0">
                  <a:moveTo>
                    <a:pt x="53467" y="2074354"/>
                  </a:moveTo>
                  <a:lnTo>
                    <a:pt x="51371" y="2063940"/>
                  </a:lnTo>
                  <a:lnTo>
                    <a:pt x="45631" y="2055444"/>
                  </a:lnTo>
                  <a:lnTo>
                    <a:pt x="37134" y="2049716"/>
                  </a:lnTo>
                  <a:lnTo>
                    <a:pt x="26733" y="2047621"/>
                  </a:lnTo>
                  <a:lnTo>
                    <a:pt x="16332" y="2049716"/>
                  </a:lnTo>
                  <a:lnTo>
                    <a:pt x="7835" y="2055444"/>
                  </a:lnTo>
                  <a:lnTo>
                    <a:pt x="2108" y="2063940"/>
                  </a:lnTo>
                  <a:lnTo>
                    <a:pt x="0" y="2074354"/>
                  </a:lnTo>
                  <a:lnTo>
                    <a:pt x="0" y="2094915"/>
                  </a:lnTo>
                  <a:lnTo>
                    <a:pt x="2108" y="2105317"/>
                  </a:lnTo>
                  <a:lnTo>
                    <a:pt x="7835" y="2113813"/>
                  </a:lnTo>
                  <a:lnTo>
                    <a:pt x="16332" y="2119541"/>
                  </a:lnTo>
                  <a:lnTo>
                    <a:pt x="26733" y="2121649"/>
                  </a:lnTo>
                  <a:lnTo>
                    <a:pt x="37134" y="2119541"/>
                  </a:lnTo>
                  <a:lnTo>
                    <a:pt x="45631" y="2113813"/>
                  </a:lnTo>
                  <a:lnTo>
                    <a:pt x="51371" y="2105317"/>
                  </a:lnTo>
                  <a:lnTo>
                    <a:pt x="53467" y="2094915"/>
                  </a:lnTo>
                  <a:lnTo>
                    <a:pt x="53467" y="2074354"/>
                  </a:lnTo>
                  <a:close/>
                </a:path>
                <a:path w="3021329" h="3021329" extrusionOk="0">
                  <a:moveTo>
                    <a:pt x="53467" y="1848142"/>
                  </a:moveTo>
                  <a:lnTo>
                    <a:pt x="51371" y="1837740"/>
                  </a:lnTo>
                  <a:lnTo>
                    <a:pt x="45631" y="1829244"/>
                  </a:lnTo>
                  <a:lnTo>
                    <a:pt x="37134" y="1823516"/>
                  </a:lnTo>
                  <a:lnTo>
                    <a:pt x="26733" y="1821408"/>
                  </a:lnTo>
                  <a:lnTo>
                    <a:pt x="16332" y="1823516"/>
                  </a:lnTo>
                  <a:lnTo>
                    <a:pt x="7835" y="1829244"/>
                  </a:lnTo>
                  <a:lnTo>
                    <a:pt x="2108" y="1837740"/>
                  </a:lnTo>
                  <a:lnTo>
                    <a:pt x="0" y="1848142"/>
                  </a:lnTo>
                  <a:lnTo>
                    <a:pt x="0" y="1868716"/>
                  </a:lnTo>
                  <a:lnTo>
                    <a:pt x="2108" y="1879117"/>
                  </a:lnTo>
                  <a:lnTo>
                    <a:pt x="7835" y="1887613"/>
                  </a:lnTo>
                  <a:lnTo>
                    <a:pt x="16332" y="1893341"/>
                  </a:lnTo>
                  <a:lnTo>
                    <a:pt x="26733" y="1895436"/>
                  </a:lnTo>
                  <a:lnTo>
                    <a:pt x="37134" y="1893341"/>
                  </a:lnTo>
                  <a:lnTo>
                    <a:pt x="45631" y="1887613"/>
                  </a:lnTo>
                  <a:lnTo>
                    <a:pt x="51371" y="1879117"/>
                  </a:lnTo>
                  <a:lnTo>
                    <a:pt x="53467" y="1868716"/>
                  </a:lnTo>
                  <a:lnTo>
                    <a:pt x="53467" y="1848142"/>
                  </a:lnTo>
                  <a:close/>
                </a:path>
                <a:path w="3021329" h="3021329" extrusionOk="0">
                  <a:moveTo>
                    <a:pt x="53467" y="1621942"/>
                  </a:moveTo>
                  <a:lnTo>
                    <a:pt x="51371" y="1611541"/>
                  </a:lnTo>
                  <a:lnTo>
                    <a:pt x="45631" y="1603044"/>
                  </a:lnTo>
                  <a:lnTo>
                    <a:pt x="37134" y="1597317"/>
                  </a:lnTo>
                  <a:lnTo>
                    <a:pt x="26733" y="1595208"/>
                  </a:lnTo>
                  <a:lnTo>
                    <a:pt x="16332" y="1597317"/>
                  </a:lnTo>
                  <a:lnTo>
                    <a:pt x="7835" y="1603044"/>
                  </a:lnTo>
                  <a:lnTo>
                    <a:pt x="2108" y="1611541"/>
                  </a:lnTo>
                  <a:lnTo>
                    <a:pt x="0" y="1621942"/>
                  </a:lnTo>
                  <a:lnTo>
                    <a:pt x="0" y="1642503"/>
                  </a:lnTo>
                  <a:lnTo>
                    <a:pt x="2108" y="1652917"/>
                  </a:lnTo>
                  <a:lnTo>
                    <a:pt x="7835" y="1661414"/>
                  </a:lnTo>
                  <a:lnTo>
                    <a:pt x="16332" y="1667141"/>
                  </a:lnTo>
                  <a:lnTo>
                    <a:pt x="26733" y="1669237"/>
                  </a:lnTo>
                  <a:lnTo>
                    <a:pt x="37134" y="1667141"/>
                  </a:lnTo>
                  <a:lnTo>
                    <a:pt x="45631" y="1661414"/>
                  </a:lnTo>
                  <a:lnTo>
                    <a:pt x="51371" y="1652917"/>
                  </a:lnTo>
                  <a:lnTo>
                    <a:pt x="53467" y="1642503"/>
                  </a:lnTo>
                  <a:lnTo>
                    <a:pt x="53467" y="1621942"/>
                  </a:lnTo>
                  <a:close/>
                </a:path>
                <a:path w="3021329" h="3021329" extrusionOk="0">
                  <a:moveTo>
                    <a:pt x="60109" y="2777667"/>
                  </a:moveTo>
                  <a:lnTo>
                    <a:pt x="59855" y="2767063"/>
                  </a:lnTo>
                  <a:lnTo>
                    <a:pt x="58483" y="2761056"/>
                  </a:lnTo>
                  <a:lnTo>
                    <a:pt x="57315" y="2754896"/>
                  </a:lnTo>
                  <a:lnTo>
                    <a:pt x="25946" y="2726347"/>
                  </a:lnTo>
                  <a:lnTo>
                    <a:pt x="15976" y="2729992"/>
                  </a:lnTo>
                  <a:lnTo>
                    <a:pt x="8432" y="2736939"/>
                  </a:lnTo>
                  <a:lnTo>
                    <a:pt x="4051" y="2746197"/>
                  </a:lnTo>
                  <a:lnTo>
                    <a:pt x="3530" y="2756801"/>
                  </a:lnTo>
                  <a:lnTo>
                    <a:pt x="4648" y="2764193"/>
                  </a:lnTo>
                  <a:lnTo>
                    <a:pt x="24930" y="2798203"/>
                  </a:lnTo>
                  <a:lnTo>
                    <a:pt x="33756" y="2799715"/>
                  </a:lnTo>
                  <a:lnTo>
                    <a:pt x="35712" y="2799715"/>
                  </a:lnTo>
                  <a:lnTo>
                    <a:pt x="60109" y="2777667"/>
                  </a:lnTo>
                  <a:close/>
                </a:path>
                <a:path w="3021329" h="3021329" extrusionOk="0">
                  <a:moveTo>
                    <a:pt x="188518" y="2956077"/>
                  </a:moveTo>
                  <a:lnTo>
                    <a:pt x="188099" y="2945841"/>
                  </a:lnTo>
                  <a:lnTo>
                    <a:pt x="183870" y="2936506"/>
                  </a:lnTo>
                  <a:lnTo>
                    <a:pt x="176110" y="2929255"/>
                  </a:lnTo>
                  <a:lnTo>
                    <a:pt x="170840" y="2926003"/>
                  </a:lnTo>
                  <a:lnTo>
                    <a:pt x="165633" y="2922536"/>
                  </a:lnTo>
                  <a:lnTo>
                    <a:pt x="160616" y="2918904"/>
                  </a:lnTo>
                  <a:lnTo>
                    <a:pt x="150952" y="2914535"/>
                  </a:lnTo>
                  <a:lnTo>
                    <a:pt x="140703" y="2914205"/>
                  </a:lnTo>
                  <a:lnTo>
                    <a:pt x="131089" y="2917748"/>
                  </a:lnTo>
                  <a:lnTo>
                    <a:pt x="123291" y="2924975"/>
                  </a:lnTo>
                  <a:lnTo>
                    <a:pt x="118922" y="2934639"/>
                  </a:lnTo>
                  <a:lnTo>
                    <a:pt x="118592" y="2944876"/>
                  </a:lnTo>
                  <a:lnTo>
                    <a:pt x="122135" y="2954490"/>
                  </a:lnTo>
                  <a:lnTo>
                    <a:pt x="157289" y="2978747"/>
                  </a:lnTo>
                  <a:lnTo>
                    <a:pt x="162064" y="2978747"/>
                  </a:lnTo>
                  <a:lnTo>
                    <a:pt x="168694" y="2977921"/>
                  </a:lnTo>
                  <a:lnTo>
                    <a:pt x="174929" y="2975470"/>
                  </a:lnTo>
                  <a:lnTo>
                    <a:pt x="180416" y="2971482"/>
                  </a:lnTo>
                  <a:lnTo>
                    <a:pt x="184848" y="2966034"/>
                  </a:lnTo>
                  <a:lnTo>
                    <a:pt x="188518" y="2956077"/>
                  </a:lnTo>
                  <a:close/>
                </a:path>
                <a:path w="3021329" h="3021329" extrusionOk="0">
                  <a:moveTo>
                    <a:pt x="407162" y="2994114"/>
                  </a:moveTo>
                  <a:lnTo>
                    <a:pt x="405066" y="2983700"/>
                  </a:lnTo>
                  <a:lnTo>
                    <a:pt x="399338" y="2975203"/>
                  </a:lnTo>
                  <a:lnTo>
                    <a:pt x="390829" y="2969476"/>
                  </a:lnTo>
                  <a:lnTo>
                    <a:pt x="380428" y="2967380"/>
                  </a:lnTo>
                  <a:lnTo>
                    <a:pt x="359867" y="2967380"/>
                  </a:lnTo>
                  <a:lnTo>
                    <a:pt x="349465" y="2969476"/>
                  </a:lnTo>
                  <a:lnTo>
                    <a:pt x="340956" y="2975203"/>
                  </a:lnTo>
                  <a:lnTo>
                    <a:pt x="335229" y="2983700"/>
                  </a:lnTo>
                  <a:lnTo>
                    <a:pt x="333133" y="2994114"/>
                  </a:lnTo>
                  <a:lnTo>
                    <a:pt x="335229" y="3004515"/>
                  </a:lnTo>
                  <a:lnTo>
                    <a:pt x="340956" y="3013011"/>
                  </a:lnTo>
                  <a:lnTo>
                    <a:pt x="349465" y="3018739"/>
                  </a:lnTo>
                  <a:lnTo>
                    <a:pt x="359867" y="3020847"/>
                  </a:lnTo>
                  <a:lnTo>
                    <a:pt x="380428" y="3020847"/>
                  </a:lnTo>
                  <a:lnTo>
                    <a:pt x="390829" y="3018739"/>
                  </a:lnTo>
                  <a:lnTo>
                    <a:pt x="399338" y="3013011"/>
                  </a:lnTo>
                  <a:lnTo>
                    <a:pt x="405066" y="3004515"/>
                  </a:lnTo>
                  <a:lnTo>
                    <a:pt x="407162" y="2994114"/>
                  </a:lnTo>
                  <a:close/>
                </a:path>
                <a:path w="3021329" h="3021329" extrusionOk="0">
                  <a:moveTo>
                    <a:pt x="633374" y="2994114"/>
                  </a:moveTo>
                  <a:lnTo>
                    <a:pt x="631278" y="2983700"/>
                  </a:lnTo>
                  <a:lnTo>
                    <a:pt x="625551" y="2975203"/>
                  </a:lnTo>
                  <a:lnTo>
                    <a:pt x="617042" y="2969476"/>
                  </a:lnTo>
                  <a:lnTo>
                    <a:pt x="606628" y="2967380"/>
                  </a:lnTo>
                  <a:lnTo>
                    <a:pt x="586079" y="2967380"/>
                  </a:lnTo>
                  <a:lnTo>
                    <a:pt x="575665" y="2969476"/>
                  </a:lnTo>
                  <a:lnTo>
                    <a:pt x="567169" y="2975203"/>
                  </a:lnTo>
                  <a:lnTo>
                    <a:pt x="561441" y="2983700"/>
                  </a:lnTo>
                  <a:lnTo>
                    <a:pt x="559333" y="2994114"/>
                  </a:lnTo>
                  <a:lnTo>
                    <a:pt x="561441" y="3004515"/>
                  </a:lnTo>
                  <a:lnTo>
                    <a:pt x="567169" y="3013011"/>
                  </a:lnTo>
                  <a:lnTo>
                    <a:pt x="575665" y="3018739"/>
                  </a:lnTo>
                  <a:lnTo>
                    <a:pt x="586079" y="3020847"/>
                  </a:lnTo>
                  <a:lnTo>
                    <a:pt x="606628" y="3020847"/>
                  </a:lnTo>
                  <a:lnTo>
                    <a:pt x="617042" y="3018739"/>
                  </a:lnTo>
                  <a:lnTo>
                    <a:pt x="625551" y="3013011"/>
                  </a:lnTo>
                  <a:lnTo>
                    <a:pt x="631278" y="3004515"/>
                  </a:lnTo>
                  <a:lnTo>
                    <a:pt x="633374" y="2994114"/>
                  </a:lnTo>
                  <a:close/>
                </a:path>
                <a:path w="3021329" h="3021329" extrusionOk="0">
                  <a:moveTo>
                    <a:pt x="859574" y="2994114"/>
                  </a:moveTo>
                  <a:lnTo>
                    <a:pt x="857478" y="2983700"/>
                  </a:lnTo>
                  <a:lnTo>
                    <a:pt x="851750" y="2975203"/>
                  </a:lnTo>
                  <a:lnTo>
                    <a:pt x="843254" y="2969476"/>
                  </a:lnTo>
                  <a:lnTo>
                    <a:pt x="832840" y="2967380"/>
                  </a:lnTo>
                  <a:lnTo>
                    <a:pt x="812279" y="2967380"/>
                  </a:lnTo>
                  <a:lnTo>
                    <a:pt x="801878" y="2969476"/>
                  </a:lnTo>
                  <a:lnTo>
                    <a:pt x="793381" y="2975203"/>
                  </a:lnTo>
                  <a:lnTo>
                    <a:pt x="787654" y="2983700"/>
                  </a:lnTo>
                  <a:lnTo>
                    <a:pt x="785545" y="2994114"/>
                  </a:lnTo>
                  <a:lnTo>
                    <a:pt x="787654" y="3004515"/>
                  </a:lnTo>
                  <a:lnTo>
                    <a:pt x="793381" y="3013011"/>
                  </a:lnTo>
                  <a:lnTo>
                    <a:pt x="801878" y="3018739"/>
                  </a:lnTo>
                  <a:lnTo>
                    <a:pt x="812279" y="3020847"/>
                  </a:lnTo>
                  <a:lnTo>
                    <a:pt x="832840" y="3020847"/>
                  </a:lnTo>
                  <a:lnTo>
                    <a:pt x="843254" y="3018739"/>
                  </a:lnTo>
                  <a:lnTo>
                    <a:pt x="851750" y="3013011"/>
                  </a:lnTo>
                  <a:lnTo>
                    <a:pt x="857478" y="3004515"/>
                  </a:lnTo>
                  <a:lnTo>
                    <a:pt x="859574" y="2994114"/>
                  </a:lnTo>
                  <a:close/>
                </a:path>
                <a:path w="3021329" h="3021329" extrusionOk="0">
                  <a:moveTo>
                    <a:pt x="1085786" y="2994114"/>
                  </a:moveTo>
                  <a:lnTo>
                    <a:pt x="1083678" y="2983700"/>
                  </a:lnTo>
                  <a:lnTo>
                    <a:pt x="1077950" y="2975203"/>
                  </a:lnTo>
                  <a:lnTo>
                    <a:pt x="1069454" y="2969476"/>
                  </a:lnTo>
                  <a:lnTo>
                    <a:pt x="1059053" y="2967380"/>
                  </a:lnTo>
                  <a:lnTo>
                    <a:pt x="1038479" y="2967380"/>
                  </a:lnTo>
                  <a:lnTo>
                    <a:pt x="1028077" y="2969476"/>
                  </a:lnTo>
                  <a:lnTo>
                    <a:pt x="1019581" y="2975203"/>
                  </a:lnTo>
                  <a:lnTo>
                    <a:pt x="1013853" y="2983700"/>
                  </a:lnTo>
                  <a:lnTo>
                    <a:pt x="1011745" y="2994114"/>
                  </a:lnTo>
                  <a:lnTo>
                    <a:pt x="1013853" y="3004515"/>
                  </a:lnTo>
                  <a:lnTo>
                    <a:pt x="1019581" y="3013011"/>
                  </a:lnTo>
                  <a:lnTo>
                    <a:pt x="1028077" y="3018739"/>
                  </a:lnTo>
                  <a:lnTo>
                    <a:pt x="1038479" y="3020847"/>
                  </a:lnTo>
                  <a:lnTo>
                    <a:pt x="1059053" y="3020847"/>
                  </a:lnTo>
                  <a:lnTo>
                    <a:pt x="1069454" y="3018739"/>
                  </a:lnTo>
                  <a:lnTo>
                    <a:pt x="1077950" y="3013011"/>
                  </a:lnTo>
                  <a:lnTo>
                    <a:pt x="1083678" y="3004515"/>
                  </a:lnTo>
                  <a:lnTo>
                    <a:pt x="1085786" y="2994114"/>
                  </a:lnTo>
                  <a:close/>
                </a:path>
                <a:path w="3021329" h="3021329" extrusionOk="0">
                  <a:moveTo>
                    <a:pt x="1311986" y="2994114"/>
                  </a:moveTo>
                  <a:lnTo>
                    <a:pt x="1309878" y="2983700"/>
                  </a:lnTo>
                  <a:lnTo>
                    <a:pt x="1304150" y="2975203"/>
                  </a:lnTo>
                  <a:lnTo>
                    <a:pt x="1295654" y="2969476"/>
                  </a:lnTo>
                  <a:lnTo>
                    <a:pt x="1285252" y="2967380"/>
                  </a:lnTo>
                  <a:lnTo>
                    <a:pt x="1264691" y="2967380"/>
                  </a:lnTo>
                  <a:lnTo>
                    <a:pt x="1254277" y="2969476"/>
                  </a:lnTo>
                  <a:lnTo>
                    <a:pt x="1245781" y="2975203"/>
                  </a:lnTo>
                  <a:lnTo>
                    <a:pt x="1240053" y="2983700"/>
                  </a:lnTo>
                  <a:lnTo>
                    <a:pt x="1237957" y="2994114"/>
                  </a:lnTo>
                  <a:lnTo>
                    <a:pt x="1240053" y="3004515"/>
                  </a:lnTo>
                  <a:lnTo>
                    <a:pt x="1245781" y="3013011"/>
                  </a:lnTo>
                  <a:lnTo>
                    <a:pt x="1254277" y="3018739"/>
                  </a:lnTo>
                  <a:lnTo>
                    <a:pt x="1264691" y="3020847"/>
                  </a:lnTo>
                  <a:lnTo>
                    <a:pt x="1285252" y="3020847"/>
                  </a:lnTo>
                  <a:lnTo>
                    <a:pt x="1295654" y="3018739"/>
                  </a:lnTo>
                  <a:lnTo>
                    <a:pt x="1304150" y="3013011"/>
                  </a:lnTo>
                  <a:lnTo>
                    <a:pt x="1309878" y="3004515"/>
                  </a:lnTo>
                  <a:lnTo>
                    <a:pt x="1311986" y="2994114"/>
                  </a:lnTo>
                  <a:close/>
                </a:path>
                <a:path w="3021329" h="3021329" extrusionOk="0">
                  <a:moveTo>
                    <a:pt x="3020847" y="308978"/>
                  </a:moveTo>
                  <a:lnTo>
                    <a:pt x="3017482" y="263385"/>
                  </a:lnTo>
                  <a:lnTo>
                    <a:pt x="3007741" y="219849"/>
                  </a:lnTo>
                  <a:lnTo>
                    <a:pt x="2992082" y="178841"/>
                  </a:lnTo>
                  <a:lnTo>
                    <a:pt x="2971000" y="140855"/>
                  </a:lnTo>
                  <a:lnTo>
                    <a:pt x="2944965" y="106375"/>
                  </a:lnTo>
                  <a:lnTo>
                    <a:pt x="2914472" y="75882"/>
                  </a:lnTo>
                  <a:lnTo>
                    <a:pt x="2879991" y="49847"/>
                  </a:lnTo>
                  <a:lnTo>
                    <a:pt x="2842006" y="28765"/>
                  </a:lnTo>
                  <a:lnTo>
                    <a:pt x="2800997" y="13106"/>
                  </a:lnTo>
                  <a:lnTo>
                    <a:pt x="2757462" y="3352"/>
                  </a:lnTo>
                  <a:lnTo>
                    <a:pt x="2711856" y="0"/>
                  </a:lnTo>
                  <a:lnTo>
                    <a:pt x="311048" y="0"/>
                  </a:lnTo>
                  <a:lnTo>
                    <a:pt x="265455" y="3352"/>
                  </a:lnTo>
                  <a:lnTo>
                    <a:pt x="221907" y="13106"/>
                  </a:lnTo>
                  <a:lnTo>
                    <a:pt x="180898" y="28765"/>
                  </a:lnTo>
                  <a:lnTo>
                    <a:pt x="142913" y="49847"/>
                  </a:lnTo>
                  <a:lnTo>
                    <a:pt x="108432" y="75882"/>
                  </a:lnTo>
                  <a:lnTo>
                    <a:pt x="77939" y="106375"/>
                  </a:lnTo>
                  <a:lnTo>
                    <a:pt x="51904" y="140855"/>
                  </a:lnTo>
                  <a:lnTo>
                    <a:pt x="30822" y="178841"/>
                  </a:lnTo>
                  <a:lnTo>
                    <a:pt x="15163" y="219849"/>
                  </a:lnTo>
                  <a:lnTo>
                    <a:pt x="5410" y="263385"/>
                  </a:lnTo>
                  <a:lnTo>
                    <a:pt x="2057" y="308978"/>
                  </a:lnTo>
                  <a:lnTo>
                    <a:pt x="2057" y="1509382"/>
                  </a:lnTo>
                  <a:lnTo>
                    <a:pt x="3987" y="1518996"/>
                  </a:lnTo>
                  <a:lnTo>
                    <a:pt x="9283" y="1526844"/>
                  </a:lnTo>
                  <a:lnTo>
                    <a:pt x="17132" y="1532128"/>
                  </a:lnTo>
                  <a:lnTo>
                    <a:pt x="26733" y="1534071"/>
                  </a:lnTo>
                  <a:lnTo>
                    <a:pt x="36334" y="1532128"/>
                  </a:lnTo>
                  <a:lnTo>
                    <a:pt x="44183" y="1526844"/>
                  </a:lnTo>
                  <a:lnTo>
                    <a:pt x="49479" y="1518996"/>
                  </a:lnTo>
                  <a:lnTo>
                    <a:pt x="51409" y="1509382"/>
                  </a:lnTo>
                  <a:lnTo>
                    <a:pt x="51409" y="308978"/>
                  </a:lnTo>
                  <a:lnTo>
                    <a:pt x="55600" y="262382"/>
                  </a:lnTo>
                  <a:lnTo>
                    <a:pt x="67678" y="218478"/>
                  </a:lnTo>
                  <a:lnTo>
                    <a:pt x="86906" y="178041"/>
                  </a:lnTo>
                  <a:lnTo>
                    <a:pt x="112547" y="141795"/>
                  </a:lnTo>
                  <a:lnTo>
                    <a:pt x="143865" y="110490"/>
                  </a:lnTo>
                  <a:lnTo>
                    <a:pt x="180111" y="84848"/>
                  </a:lnTo>
                  <a:lnTo>
                    <a:pt x="220548" y="65620"/>
                  </a:lnTo>
                  <a:lnTo>
                    <a:pt x="264439" y="53543"/>
                  </a:lnTo>
                  <a:lnTo>
                    <a:pt x="311048" y="49352"/>
                  </a:lnTo>
                  <a:lnTo>
                    <a:pt x="2711856" y="49352"/>
                  </a:lnTo>
                  <a:lnTo>
                    <a:pt x="2758465" y="53543"/>
                  </a:lnTo>
                  <a:lnTo>
                    <a:pt x="2802356" y="65620"/>
                  </a:lnTo>
                  <a:lnTo>
                    <a:pt x="2842806" y="84848"/>
                  </a:lnTo>
                  <a:lnTo>
                    <a:pt x="2879039" y="110490"/>
                  </a:lnTo>
                  <a:lnTo>
                    <a:pt x="2910357" y="141795"/>
                  </a:lnTo>
                  <a:lnTo>
                    <a:pt x="2935998" y="178041"/>
                  </a:lnTo>
                  <a:lnTo>
                    <a:pt x="2955226" y="218478"/>
                  </a:lnTo>
                  <a:lnTo>
                    <a:pt x="2967304" y="262382"/>
                  </a:lnTo>
                  <a:lnTo>
                    <a:pt x="2971495" y="308978"/>
                  </a:lnTo>
                  <a:lnTo>
                    <a:pt x="2971495" y="2709799"/>
                  </a:lnTo>
                  <a:lnTo>
                    <a:pt x="2967304" y="2756408"/>
                  </a:lnTo>
                  <a:lnTo>
                    <a:pt x="2955226" y="2800299"/>
                  </a:lnTo>
                  <a:lnTo>
                    <a:pt x="2935998" y="2840736"/>
                  </a:lnTo>
                  <a:lnTo>
                    <a:pt x="2910357" y="2876981"/>
                  </a:lnTo>
                  <a:lnTo>
                    <a:pt x="2879039" y="2908300"/>
                  </a:lnTo>
                  <a:lnTo>
                    <a:pt x="2842806" y="2933941"/>
                  </a:lnTo>
                  <a:lnTo>
                    <a:pt x="2802356" y="2953169"/>
                  </a:lnTo>
                  <a:lnTo>
                    <a:pt x="2758465" y="2965246"/>
                  </a:lnTo>
                  <a:lnTo>
                    <a:pt x="2711856" y="2969437"/>
                  </a:lnTo>
                  <a:lnTo>
                    <a:pt x="1521663" y="2969437"/>
                  </a:lnTo>
                  <a:lnTo>
                    <a:pt x="1511452" y="2967380"/>
                  </a:lnTo>
                  <a:lnTo>
                    <a:pt x="1490891" y="2967380"/>
                  </a:lnTo>
                  <a:lnTo>
                    <a:pt x="1480489" y="2969476"/>
                  </a:lnTo>
                  <a:lnTo>
                    <a:pt x="1471980" y="2975203"/>
                  </a:lnTo>
                  <a:lnTo>
                    <a:pt x="1466253" y="2983700"/>
                  </a:lnTo>
                  <a:lnTo>
                    <a:pt x="1464157" y="2994114"/>
                  </a:lnTo>
                  <a:lnTo>
                    <a:pt x="1466253" y="3004515"/>
                  </a:lnTo>
                  <a:lnTo>
                    <a:pt x="1471980" y="3013011"/>
                  </a:lnTo>
                  <a:lnTo>
                    <a:pt x="1480489" y="3018739"/>
                  </a:lnTo>
                  <a:lnTo>
                    <a:pt x="1490891" y="3020847"/>
                  </a:lnTo>
                  <a:lnTo>
                    <a:pt x="1511452" y="3020847"/>
                  </a:lnTo>
                  <a:lnTo>
                    <a:pt x="1521599" y="3018790"/>
                  </a:lnTo>
                  <a:lnTo>
                    <a:pt x="2711856" y="3018790"/>
                  </a:lnTo>
                  <a:lnTo>
                    <a:pt x="2757462" y="3015424"/>
                  </a:lnTo>
                  <a:lnTo>
                    <a:pt x="2800997" y="3005683"/>
                  </a:lnTo>
                  <a:lnTo>
                    <a:pt x="2842006" y="2990024"/>
                  </a:lnTo>
                  <a:lnTo>
                    <a:pt x="2879991" y="2968942"/>
                  </a:lnTo>
                  <a:lnTo>
                    <a:pt x="2914472" y="2942907"/>
                  </a:lnTo>
                  <a:lnTo>
                    <a:pt x="2944965" y="2912402"/>
                  </a:lnTo>
                  <a:lnTo>
                    <a:pt x="2971000" y="2877921"/>
                  </a:lnTo>
                  <a:lnTo>
                    <a:pt x="2992082" y="2839948"/>
                  </a:lnTo>
                  <a:lnTo>
                    <a:pt x="3007741" y="2798940"/>
                  </a:lnTo>
                  <a:lnTo>
                    <a:pt x="3017482" y="2755404"/>
                  </a:lnTo>
                  <a:lnTo>
                    <a:pt x="3020847" y="2709799"/>
                  </a:lnTo>
                  <a:lnTo>
                    <a:pt x="3020847" y="308978"/>
                  </a:lnTo>
                  <a:close/>
                </a:path>
              </a:pathLst>
            </a:custGeom>
            <a:solidFill>
              <a:srgbClr val="0A79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91" name="Google Shape;691;p27"/>
          <p:cNvSpPr txBox="1">
            <a:spLocks noGrp="1"/>
          </p:cNvSpPr>
          <p:nvPr>
            <p:ph type="body" idx="32"/>
          </p:nvPr>
        </p:nvSpPr>
        <p:spPr>
          <a:xfrm flipH="1">
            <a:off x="14681442" y="6986299"/>
            <a:ext cx="1922321" cy="105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2" name="Google Shape;692;p27"/>
          <p:cNvSpPr txBox="1">
            <a:spLocks noGrp="1"/>
          </p:cNvSpPr>
          <p:nvPr>
            <p:ph type="body" idx="33"/>
          </p:nvPr>
        </p:nvSpPr>
        <p:spPr>
          <a:xfrm>
            <a:off x="14425625" y="8255596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3" name="Google Shape;693;p27"/>
          <p:cNvSpPr txBox="1">
            <a:spLocks noGrp="1"/>
          </p:cNvSpPr>
          <p:nvPr>
            <p:ph type="body" idx="34"/>
          </p:nvPr>
        </p:nvSpPr>
        <p:spPr>
          <a:xfrm>
            <a:off x="14116622" y="9674283"/>
            <a:ext cx="3051960" cy="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body" idx="35"/>
          </p:nvPr>
        </p:nvSpPr>
        <p:spPr>
          <a:xfrm>
            <a:off x="14116622" y="10052983"/>
            <a:ext cx="30519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5" name="Google Shape;695;p27"/>
          <p:cNvSpPr txBox="1">
            <a:spLocks noGrp="1"/>
          </p:cNvSpPr>
          <p:nvPr>
            <p:ph type="body" idx="36"/>
          </p:nvPr>
        </p:nvSpPr>
        <p:spPr>
          <a:xfrm>
            <a:off x="831850" y="854075"/>
            <a:ext cx="18303127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696" name="Google Shape;696;p27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697" name="Google Shape;697;p27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06" name="Google Shape;706;p27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07" name="Google Shape;707;p27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8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0" name="Google Shape;710;p28"/>
          <p:cNvSpPr/>
          <p:nvPr/>
        </p:nvSpPr>
        <p:spPr>
          <a:xfrm>
            <a:off x="1338681" y="2705595"/>
            <a:ext cx="3021330" cy="3021330"/>
          </a:xfrm>
          <a:custGeom>
            <a:avLst/>
            <a:gdLst/>
            <a:ahLst/>
            <a:cxnLst/>
            <a:rect l="l" t="t" r="r" b="b"/>
            <a:pathLst>
              <a:path w="3021329" h="3021329" extrusionOk="0">
                <a:moveTo>
                  <a:pt x="2806521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806521"/>
                </a:lnTo>
                <a:lnTo>
                  <a:pt x="5666" y="2855718"/>
                </a:lnTo>
                <a:lnTo>
                  <a:pt x="21807" y="2900880"/>
                </a:lnTo>
                <a:lnTo>
                  <a:pt x="47135" y="2940718"/>
                </a:lnTo>
                <a:lnTo>
                  <a:pt x="80362" y="2973945"/>
                </a:lnTo>
                <a:lnTo>
                  <a:pt x="120200" y="2999273"/>
                </a:lnTo>
                <a:lnTo>
                  <a:pt x="165362" y="3015414"/>
                </a:lnTo>
                <a:lnTo>
                  <a:pt x="214558" y="3021080"/>
                </a:lnTo>
                <a:lnTo>
                  <a:pt x="2806521" y="3021080"/>
                </a:lnTo>
                <a:lnTo>
                  <a:pt x="2855718" y="3015414"/>
                </a:lnTo>
                <a:lnTo>
                  <a:pt x="2900880" y="2999273"/>
                </a:lnTo>
                <a:lnTo>
                  <a:pt x="2940718" y="2973945"/>
                </a:lnTo>
                <a:lnTo>
                  <a:pt x="2973945" y="2940718"/>
                </a:lnTo>
                <a:lnTo>
                  <a:pt x="2999273" y="2900880"/>
                </a:lnTo>
                <a:lnTo>
                  <a:pt x="3015414" y="2855718"/>
                </a:lnTo>
                <a:lnTo>
                  <a:pt x="3021080" y="2806521"/>
                </a:lnTo>
                <a:lnTo>
                  <a:pt x="3021080" y="214558"/>
                </a:lnTo>
                <a:lnTo>
                  <a:pt x="3015414" y="165362"/>
                </a:lnTo>
                <a:lnTo>
                  <a:pt x="2999273" y="120200"/>
                </a:lnTo>
                <a:lnTo>
                  <a:pt x="2973945" y="80362"/>
                </a:lnTo>
                <a:lnTo>
                  <a:pt x="2940718" y="47135"/>
                </a:lnTo>
                <a:lnTo>
                  <a:pt x="2900880" y="21807"/>
                </a:lnTo>
                <a:lnTo>
                  <a:pt x="2855718" y="5666"/>
                </a:lnTo>
                <a:lnTo>
                  <a:pt x="2806521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1" name="Google Shape;711;p28"/>
          <p:cNvSpPr/>
          <p:nvPr/>
        </p:nvSpPr>
        <p:spPr>
          <a:xfrm>
            <a:off x="1048169" y="2416252"/>
            <a:ext cx="3602354" cy="3602354"/>
          </a:xfrm>
          <a:custGeom>
            <a:avLst/>
            <a:gdLst/>
            <a:ahLst/>
            <a:cxnLst/>
            <a:rect l="l" t="t" r="r" b="b"/>
            <a:pathLst>
              <a:path w="3602354" h="3602354" extrusionOk="0">
                <a:moveTo>
                  <a:pt x="63754" y="3013062"/>
                </a:moveTo>
                <a:lnTo>
                  <a:pt x="61239" y="3000654"/>
                </a:lnTo>
                <a:lnTo>
                  <a:pt x="54419" y="2990519"/>
                </a:lnTo>
                <a:lnTo>
                  <a:pt x="44284" y="2983687"/>
                </a:lnTo>
                <a:lnTo>
                  <a:pt x="31877" y="2981185"/>
                </a:lnTo>
                <a:lnTo>
                  <a:pt x="19469" y="2983687"/>
                </a:lnTo>
                <a:lnTo>
                  <a:pt x="9334" y="2990519"/>
                </a:lnTo>
                <a:lnTo>
                  <a:pt x="2514" y="3000654"/>
                </a:lnTo>
                <a:lnTo>
                  <a:pt x="0" y="3013062"/>
                </a:lnTo>
                <a:lnTo>
                  <a:pt x="0" y="3037586"/>
                </a:lnTo>
                <a:lnTo>
                  <a:pt x="2514" y="3049994"/>
                </a:lnTo>
                <a:lnTo>
                  <a:pt x="9334" y="3060115"/>
                </a:lnTo>
                <a:lnTo>
                  <a:pt x="19469" y="3066948"/>
                </a:lnTo>
                <a:lnTo>
                  <a:pt x="31877" y="3069450"/>
                </a:lnTo>
                <a:lnTo>
                  <a:pt x="44284" y="3066948"/>
                </a:lnTo>
                <a:lnTo>
                  <a:pt x="54419" y="3060115"/>
                </a:lnTo>
                <a:lnTo>
                  <a:pt x="61239" y="3049994"/>
                </a:lnTo>
                <a:lnTo>
                  <a:pt x="63754" y="3037586"/>
                </a:lnTo>
                <a:lnTo>
                  <a:pt x="63754" y="3013062"/>
                </a:lnTo>
                <a:close/>
              </a:path>
              <a:path w="3602354" h="3602354" extrusionOk="0">
                <a:moveTo>
                  <a:pt x="63754" y="2743314"/>
                </a:moveTo>
                <a:lnTo>
                  <a:pt x="61239" y="2730919"/>
                </a:lnTo>
                <a:lnTo>
                  <a:pt x="54419" y="2720784"/>
                </a:lnTo>
                <a:lnTo>
                  <a:pt x="44284" y="2713952"/>
                </a:lnTo>
                <a:lnTo>
                  <a:pt x="31877" y="2711450"/>
                </a:lnTo>
                <a:lnTo>
                  <a:pt x="19469" y="2713952"/>
                </a:lnTo>
                <a:lnTo>
                  <a:pt x="9334" y="2720784"/>
                </a:lnTo>
                <a:lnTo>
                  <a:pt x="2514" y="2730919"/>
                </a:lnTo>
                <a:lnTo>
                  <a:pt x="0" y="2743314"/>
                </a:lnTo>
                <a:lnTo>
                  <a:pt x="0" y="2767838"/>
                </a:lnTo>
                <a:lnTo>
                  <a:pt x="2514" y="2780246"/>
                </a:lnTo>
                <a:lnTo>
                  <a:pt x="9334" y="2790380"/>
                </a:lnTo>
                <a:lnTo>
                  <a:pt x="19469" y="2797225"/>
                </a:lnTo>
                <a:lnTo>
                  <a:pt x="31877" y="2799727"/>
                </a:lnTo>
                <a:lnTo>
                  <a:pt x="44284" y="2797225"/>
                </a:lnTo>
                <a:lnTo>
                  <a:pt x="54419" y="2790380"/>
                </a:lnTo>
                <a:lnTo>
                  <a:pt x="61239" y="2780246"/>
                </a:lnTo>
                <a:lnTo>
                  <a:pt x="63754" y="2767838"/>
                </a:lnTo>
                <a:lnTo>
                  <a:pt x="63754" y="2743314"/>
                </a:lnTo>
                <a:close/>
              </a:path>
              <a:path w="3602354" h="3602354" extrusionOk="0">
                <a:moveTo>
                  <a:pt x="63754" y="2473579"/>
                </a:moveTo>
                <a:lnTo>
                  <a:pt x="61239" y="2461171"/>
                </a:lnTo>
                <a:lnTo>
                  <a:pt x="54419" y="2451036"/>
                </a:lnTo>
                <a:lnTo>
                  <a:pt x="44284" y="2444216"/>
                </a:lnTo>
                <a:lnTo>
                  <a:pt x="31877" y="2441702"/>
                </a:lnTo>
                <a:lnTo>
                  <a:pt x="19469" y="2444216"/>
                </a:lnTo>
                <a:lnTo>
                  <a:pt x="9334" y="2451036"/>
                </a:lnTo>
                <a:lnTo>
                  <a:pt x="2514" y="2461171"/>
                </a:lnTo>
                <a:lnTo>
                  <a:pt x="0" y="2473579"/>
                </a:lnTo>
                <a:lnTo>
                  <a:pt x="0" y="2498102"/>
                </a:lnTo>
                <a:lnTo>
                  <a:pt x="2514" y="2510510"/>
                </a:lnTo>
                <a:lnTo>
                  <a:pt x="9334" y="2520645"/>
                </a:lnTo>
                <a:lnTo>
                  <a:pt x="19469" y="2527477"/>
                </a:lnTo>
                <a:lnTo>
                  <a:pt x="31877" y="2529979"/>
                </a:lnTo>
                <a:lnTo>
                  <a:pt x="44284" y="2527477"/>
                </a:lnTo>
                <a:lnTo>
                  <a:pt x="54419" y="2520645"/>
                </a:lnTo>
                <a:lnTo>
                  <a:pt x="61239" y="2510510"/>
                </a:lnTo>
                <a:lnTo>
                  <a:pt x="63754" y="2498102"/>
                </a:lnTo>
                <a:lnTo>
                  <a:pt x="63754" y="2473579"/>
                </a:lnTo>
                <a:close/>
              </a:path>
              <a:path w="3602354" h="3602354" extrusionOk="0">
                <a:moveTo>
                  <a:pt x="63754" y="2203843"/>
                </a:moveTo>
                <a:lnTo>
                  <a:pt x="61239" y="2191435"/>
                </a:lnTo>
                <a:lnTo>
                  <a:pt x="54419" y="2181301"/>
                </a:lnTo>
                <a:lnTo>
                  <a:pt x="44284" y="2174468"/>
                </a:lnTo>
                <a:lnTo>
                  <a:pt x="31877" y="2171966"/>
                </a:lnTo>
                <a:lnTo>
                  <a:pt x="19469" y="2174468"/>
                </a:lnTo>
                <a:lnTo>
                  <a:pt x="9334" y="2181301"/>
                </a:lnTo>
                <a:lnTo>
                  <a:pt x="2514" y="2191435"/>
                </a:lnTo>
                <a:lnTo>
                  <a:pt x="0" y="2203843"/>
                </a:lnTo>
                <a:lnTo>
                  <a:pt x="0" y="2228367"/>
                </a:lnTo>
                <a:lnTo>
                  <a:pt x="2514" y="2240775"/>
                </a:lnTo>
                <a:lnTo>
                  <a:pt x="9334" y="2250910"/>
                </a:lnTo>
                <a:lnTo>
                  <a:pt x="19469" y="2257742"/>
                </a:lnTo>
                <a:lnTo>
                  <a:pt x="31877" y="2260244"/>
                </a:lnTo>
                <a:lnTo>
                  <a:pt x="44284" y="2257742"/>
                </a:lnTo>
                <a:lnTo>
                  <a:pt x="54419" y="2250910"/>
                </a:lnTo>
                <a:lnTo>
                  <a:pt x="61239" y="2240775"/>
                </a:lnTo>
                <a:lnTo>
                  <a:pt x="63754" y="2228367"/>
                </a:lnTo>
                <a:lnTo>
                  <a:pt x="63754" y="2203843"/>
                </a:lnTo>
                <a:close/>
              </a:path>
              <a:path w="3602354" h="3602354" extrusionOk="0">
                <a:moveTo>
                  <a:pt x="63754" y="1934108"/>
                </a:moveTo>
                <a:lnTo>
                  <a:pt x="61239" y="1921700"/>
                </a:lnTo>
                <a:lnTo>
                  <a:pt x="54419" y="1911565"/>
                </a:lnTo>
                <a:lnTo>
                  <a:pt x="44284" y="1904733"/>
                </a:lnTo>
                <a:lnTo>
                  <a:pt x="31877" y="1902218"/>
                </a:lnTo>
                <a:lnTo>
                  <a:pt x="19469" y="1904733"/>
                </a:lnTo>
                <a:lnTo>
                  <a:pt x="9334" y="1911565"/>
                </a:lnTo>
                <a:lnTo>
                  <a:pt x="2514" y="1921700"/>
                </a:lnTo>
                <a:lnTo>
                  <a:pt x="0" y="1934108"/>
                </a:lnTo>
                <a:lnTo>
                  <a:pt x="0" y="1958632"/>
                </a:lnTo>
                <a:lnTo>
                  <a:pt x="2514" y="1971040"/>
                </a:lnTo>
                <a:lnTo>
                  <a:pt x="9334" y="1981174"/>
                </a:lnTo>
                <a:lnTo>
                  <a:pt x="19469" y="1987994"/>
                </a:lnTo>
                <a:lnTo>
                  <a:pt x="31877" y="1990509"/>
                </a:lnTo>
                <a:lnTo>
                  <a:pt x="44284" y="1987994"/>
                </a:lnTo>
                <a:lnTo>
                  <a:pt x="54419" y="1981174"/>
                </a:lnTo>
                <a:lnTo>
                  <a:pt x="61239" y="1971040"/>
                </a:lnTo>
                <a:lnTo>
                  <a:pt x="63754" y="1958632"/>
                </a:lnTo>
                <a:lnTo>
                  <a:pt x="63754" y="1934108"/>
                </a:lnTo>
                <a:close/>
              </a:path>
              <a:path w="3602354" h="3602354" extrusionOk="0">
                <a:moveTo>
                  <a:pt x="71666" y="3312274"/>
                </a:moveTo>
                <a:lnTo>
                  <a:pt x="71361" y="3299612"/>
                </a:lnTo>
                <a:lnTo>
                  <a:pt x="69735" y="3292449"/>
                </a:lnTo>
                <a:lnTo>
                  <a:pt x="68351" y="3285109"/>
                </a:lnTo>
                <a:lnTo>
                  <a:pt x="43586" y="3251695"/>
                </a:lnTo>
                <a:lnTo>
                  <a:pt x="30949" y="3251073"/>
                </a:lnTo>
                <a:lnTo>
                  <a:pt x="19050" y="3255416"/>
                </a:lnTo>
                <a:lnTo>
                  <a:pt x="10058" y="3263684"/>
                </a:lnTo>
                <a:lnTo>
                  <a:pt x="4826" y="3274733"/>
                </a:lnTo>
                <a:lnTo>
                  <a:pt x="4216" y="3287382"/>
                </a:lnTo>
                <a:lnTo>
                  <a:pt x="5283" y="3293999"/>
                </a:lnTo>
                <a:lnTo>
                  <a:pt x="20523" y="3331692"/>
                </a:lnTo>
                <a:lnTo>
                  <a:pt x="40259" y="3338563"/>
                </a:lnTo>
                <a:lnTo>
                  <a:pt x="42583" y="3338563"/>
                </a:lnTo>
                <a:lnTo>
                  <a:pt x="71666" y="3312274"/>
                </a:lnTo>
                <a:close/>
              </a:path>
              <a:path w="3602354" h="3602354" extrusionOk="0">
                <a:moveTo>
                  <a:pt x="224802" y="3525012"/>
                </a:moveTo>
                <a:lnTo>
                  <a:pt x="224307" y="3512794"/>
                </a:lnTo>
                <a:lnTo>
                  <a:pt x="219265" y="3501669"/>
                </a:lnTo>
                <a:lnTo>
                  <a:pt x="210007" y="3493020"/>
                </a:lnTo>
                <a:lnTo>
                  <a:pt x="203720" y="3489147"/>
                </a:lnTo>
                <a:lnTo>
                  <a:pt x="197510" y="3485007"/>
                </a:lnTo>
                <a:lnTo>
                  <a:pt x="191528" y="3480689"/>
                </a:lnTo>
                <a:lnTo>
                  <a:pt x="179997" y="3475469"/>
                </a:lnTo>
                <a:lnTo>
                  <a:pt x="167779" y="3475088"/>
                </a:lnTo>
                <a:lnTo>
                  <a:pt x="156311" y="3479304"/>
                </a:lnTo>
                <a:lnTo>
                  <a:pt x="147027" y="3487915"/>
                </a:lnTo>
                <a:lnTo>
                  <a:pt x="141795" y="3499447"/>
                </a:lnTo>
                <a:lnTo>
                  <a:pt x="141414" y="3511651"/>
                </a:lnTo>
                <a:lnTo>
                  <a:pt x="145643" y="3523119"/>
                </a:lnTo>
                <a:lnTo>
                  <a:pt x="176568" y="3547300"/>
                </a:lnTo>
                <a:lnTo>
                  <a:pt x="187553" y="3552050"/>
                </a:lnTo>
                <a:lnTo>
                  <a:pt x="193255" y="3552050"/>
                </a:lnTo>
                <a:lnTo>
                  <a:pt x="201168" y="3551059"/>
                </a:lnTo>
                <a:lnTo>
                  <a:pt x="208597" y="3548138"/>
                </a:lnTo>
                <a:lnTo>
                  <a:pt x="215138" y="3543376"/>
                </a:lnTo>
                <a:lnTo>
                  <a:pt x="220421" y="3536886"/>
                </a:lnTo>
                <a:lnTo>
                  <a:pt x="224802" y="3525012"/>
                </a:lnTo>
                <a:close/>
              </a:path>
              <a:path w="3602354" h="3602354" extrusionOk="0">
                <a:moveTo>
                  <a:pt x="485533" y="3570363"/>
                </a:moveTo>
                <a:lnTo>
                  <a:pt x="483019" y="3557955"/>
                </a:lnTo>
                <a:lnTo>
                  <a:pt x="476186" y="3547821"/>
                </a:lnTo>
                <a:lnTo>
                  <a:pt x="466064" y="3540988"/>
                </a:lnTo>
                <a:lnTo>
                  <a:pt x="453656" y="3538474"/>
                </a:lnTo>
                <a:lnTo>
                  <a:pt x="429133" y="3538474"/>
                </a:lnTo>
                <a:lnTo>
                  <a:pt x="416725" y="3540988"/>
                </a:lnTo>
                <a:lnTo>
                  <a:pt x="406590" y="3547821"/>
                </a:lnTo>
                <a:lnTo>
                  <a:pt x="399757" y="3557955"/>
                </a:lnTo>
                <a:lnTo>
                  <a:pt x="397243" y="3570363"/>
                </a:lnTo>
                <a:lnTo>
                  <a:pt x="399757" y="3582771"/>
                </a:lnTo>
                <a:lnTo>
                  <a:pt x="406590" y="3592906"/>
                </a:lnTo>
                <a:lnTo>
                  <a:pt x="416725" y="3599726"/>
                </a:lnTo>
                <a:lnTo>
                  <a:pt x="429133" y="3602240"/>
                </a:lnTo>
                <a:lnTo>
                  <a:pt x="453656" y="3602240"/>
                </a:lnTo>
                <a:lnTo>
                  <a:pt x="466064" y="3599726"/>
                </a:lnTo>
                <a:lnTo>
                  <a:pt x="476186" y="3592906"/>
                </a:lnTo>
                <a:lnTo>
                  <a:pt x="483019" y="3582771"/>
                </a:lnTo>
                <a:lnTo>
                  <a:pt x="485533" y="3570363"/>
                </a:lnTo>
                <a:close/>
              </a:path>
              <a:path w="3602354" h="3602354" extrusionOk="0">
                <a:moveTo>
                  <a:pt x="755269" y="3570363"/>
                </a:moveTo>
                <a:lnTo>
                  <a:pt x="752767" y="3557955"/>
                </a:lnTo>
                <a:lnTo>
                  <a:pt x="745934" y="3547821"/>
                </a:lnTo>
                <a:lnTo>
                  <a:pt x="735799" y="3540988"/>
                </a:lnTo>
                <a:lnTo>
                  <a:pt x="723379" y="3538474"/>
                </a:lnTo>
                <a:lnTo>
                  <a:pt x="698868" y="3538474"/>
                </a:lnTo>
                <a:lnTo>
                  <a:pt x="686460" y="3540988"/>
                </a:lnTo>
                <a:lnTo>
                  <a:pt x="676325" y="3547821"/>
                </a:lnTo>
                <a:lnTo>
                  <a:pt x="669493" y="3557955"/>
                </a:lnTo>
                <a:lnTo>
                  <a:pt x="666991" y="3570363"/>
                </a:lnTo>
                <a:lnTo>
                  <a:pt x="669493" y="3582771"/>
                </a:lnTo>
                <a:lnTo>
                  <a:pt x="676325" y="3592906"/>
                </a:lnTo>
                <a:lnTo>
                  <a:pt x="686460" y="3599726"/>
                </a:lnTo>
                <a:lnTo>
                  <a:pt x="698868" y="3602240"/>
                </a:lnTo>
                <a:lnTo>
                  <a:pt x="723379" y="3602240"/>
                </a:lnTo>
                <a:lnTo>
                  <a:pt x="735799" y="3599726"/>
                </a:lnTo>
                <a:lnTo>
                  <a:pt x="745934" y="3592906"/>
                </a:lnTo>
                <a:lnTo>
                  <a:pt x="752767" y="3582771"/>
                </a:lnTo>
                <a:lnTo>
                  <a:pt x="755269" y="3570363"/>
                </a:lnTo>
                <a:close/>
              </a:path>
              <a:path w="3602354" h="3602354" extrusionOk="0">
                <a:moveTo>
                  <a:pt x="1025004" y="3570363"/>
                </a:moveTo>
                <a:lnTo>
                  <a:pt x="1022502" y="3557955"/>
                </a:lnTo>
                <a:lnTo>
                  <a:pt x="1015669" y="3547821"/>
                </a:lnTo>
                <a:lnTo>
                  <a:pt x="1005535" y="3540988"/>
                </a:lnTo>
                <a:lnTo>
                  <a:pt x="993127" y="3538474"/>
                </a:lnTo>
                <a:lnTo>
                  <a:pt x="968603" y="3538474"/>
                </a:lnTo>
                <a:lnTo>
                  <a:pt x="956195" y="3540988"/>
                </a:lnTo>
                <a:lnTo>
                  <a:pt x="946061" y="3547821"/>
                </a:lnTo>
                <a:lnTo>
                  <a:pt x="939228" y="3557955"/>
                </a:lnTo>
                <a:lnTo>
                  <a:pt x="936726" y="3570363"/>
                </a:lnTo>
                <a:lnTo>
                  <a:pt x="939228" y="3582771"/>
                </a:lnTo>
                <a:lnTo>
                  <a:pt x="946061" y="3592906"/>
                </a:lnTo>
                <a:lnTo>
                  <a:pt x="956195" y="3599726"/>
                </a:lnTo>
                <a:lnTo>
                  <a:pt x="968603" y="3602240"/>
                </a:lnTo>
                <a:lnTo>
                  <a:pt x="993127" y="3602240"/>
                </a:lnTo>
                <a:lnTo>
                  <a:pt x="1005535" y="3599726"/>
                </a:lnTo>
                <a:lnTo>
                  <a:pt x="1015669" y="3592906"/>
                </a:lnTo>
                <a:lnTo>
                  <a:pt x="1022502" y="3582771"/>
                </a:lnTo>
                <a:lnTo>
                  <a:pt x="1025004" y="3570363"/>
                </a:lnTo>
                <a:close/>
              </a:path>
              <a:path w="3602354" h="3602354" extrusionOk="0">
                <a:moveTo>
                  <a:pt x="1294752" y="3570363"/>
                </a:moveTo>
                <a:lnTo>
                  <a:pt x="1292250" y="3557955"/>
                </a:lnTo>
                <a:lnTo>
                  <a:pt x="1285417" y="3547821"/>
                </a:lnTo>
                <a:lnTo>
                  <a:pt x="1275283" y="3540988"/>
                </a:lnTo>
                <a:lnTo>
                  <a:pt x="1262862" y="3538474"/>
                </a:lnTo>
                <a:lnTo>
                  <a:pt x="1238338" y="3538474"/>
                </a:lnTo>
                <a:lnTo>
                  <a:pt x="1225931" y="3540988"/>
                </a:lnTo>
                <a:lnTo>
                  <a:pt x="1215809" y="3547821"/>
                </a:lnTo>
                <a:lnTo>
                  <a:pt x="1208976" y="3557955"/>
                </a:lnTo>
                <a:lnTo>
                  <a:pt x="1206474" y="3570363"/>
                </a:lnTo>
                <a:lnTo>
                  <a:pt x="1208976" y="3582771"/>
                </a:lnTo>
                <a:lnTo>
                  <a:pt x="1215809" y="3592906"/>
                </a:lnTo>
                <a:lnTo>
                  <a:pt x="1225931" y="3599726"/>
                </a:lnTo>
                <a:lnTo>
                  <a:pt x="1238338" y="3602240"/>
                </a:lnTo>
                <a:lnTo>
                  <a:pt x="1262862" y="3602240"/>
                </a:lnTo>
                <a:lnTo>
                  <a:pt x="1275283" y="3599726"/>
                </a:lnTo>
                <a:lnTo>
                  <a:pt x="1285417" y="3592906"/>
                </a:lnTo>
                <a:lnTo>
                  <a:pt x="1292250" y="3582771"/>
                </a:lnTo>
                <a:lnTo>
                  <a:pt x="1294752" y="3570363"/>
                </a:lnTo>
                <a:close/>
              </a:path>
              <a:path w="3602354" h="3602354" extrusionOk="0">
                <a:moveTo>
                  <a:pt x="1564474" y="3570363"/>
                </a:moveTo>
                <a:lnTo>
                  <a:pt x="1561973" y="3557955"/>
                </a:lnTo>
                <a:lnTo>
                  <a:pt x="1555140" y="3547821"/>
                </a:lnTo>
                <a:lnTo>
                  <a:pt x="1545005" y="3540988"/>
                </a:lnTo>
                <a:lnTo>
                  <a:pt x="1532610" y="3538474"/>
                </a:lnTo>
                <a:lnTo>
                  <a:pt x="1508086" y="3538474"/>
                </a:lnTo>
                <a:lnTo>
                  <a:pt x="1495679" y="3540988"/>
                </a:lnTo>
                <a:lnTo>
                  <a:pt x="1485544" y="3547821"/>
                </a:lnTo>
                <a:lnTo>
                  <a:pt x="1478711" y="3557955"/>
                </a:lnTo>
                <a:lnTo>
                  <a:pt x="1476209" y="3570363"/>
                </a:lnTo>
                <a:lnTo>
                  <a:pt x="1478711" y="3582771"/>
                </a:lnTo>
                <a:lnTo>
                  <a:pt x="1485544" y="3592906"/>
                </a:lnTo>
                <a:lnTo>
                  <a:pt x="1495679" y="3599726"/>
                </a:lnTo>
                <a:lnTo>
                  <a:pt x="1508086" y="3602240"/>
                </a:lnTo>
                <a:lnTo>
                  <a:pt x="1532610" y="3602240"/>
                </a:lnTo>
                <a:lnTo>
                  <a:pt x="1545005" y="3599726"/>
                </a:lnTo>
                <a:lnTo>
                  <a:pt x="1555140" y="3592906"/>
                </a:lnTo>
                <a:lnTo>
                  <a:pt x="1561973" y="3582771"/>
                </a:lnTo>
                <a:lnTo>
                  <a:pt x="1564474" y="3570363"/>
                </a:lnTo>
                <a:close/>
              </a:path>
              <a:path w="3602354" h="3602354" extrusionOk="0">
                <a:moveTo>
                  <a:pt x="3602240" y="368452"/>
                </a:moveTo>
                <a:lnTo>
                  <a:pt x="3599370" y="322300"/>
                </a:lnTo>
                <a:lnTo>
                  <a:pt x="3590975" y="277837"/>
                </a:lnTo>
                <a:lnTo>
                  <a:pt x="3577399" y="235419"/>
                </a:lnTo>
                <a:lnTo>
                  <a:pt x="3559010" y="195389"/>
                </a:lnTo>
                <a:lnTo>
                  <a:pt x="3536137" y="158089"/>
                </a:lnTo>
                <a:lnTo>
                  <a:pt x="3509137" y="123875"/>
                </a:lnTo>
                <a:lnTo>
                  <a:pt x="3478365" y="93103"/>
                </a:lnTo>
                <a:lnTo>
                  <a:pt x="3444151" y="66103"/>
                </a:lnTo>
                <a:lnTo>
                  <a:pt x="3406851" y="43230"/>
                </a:lnTo>
                <a:lnTo>
                  <a:pt x="3366820" y="24841"/>
                </a:lnTo>
                <a:lnTo>
                  <a:pt x="3324402" y="11277"/>
                </a:lnTo>
                <a:lnTo>
                  <a:pt x="3279940" y="2882"/>
                </a:lnTo>
                <a:lnTo>
                  <a:pt x="3233788" y="0"/>
                </a:lnTo>
                <a:lnTo>
                  <a:pt x="370903" y="0"/>
                </a:lnTo>
                <a:lnTo>
                  <a:pt x="324751" y="2882"/>
                </a:lnTo>
                <a:lnTo>
                  <a:pt x="280289" y="11277"/>
                </a:lnTo>
                <a:lnTo>
                  <a:pt x="237871" y="24841"/>
                </a:lnTo>
                <a:lnTo>
                  <a:pt x="197840" y="43230"/>
                </a:lnTo>
                <a:lnTo>
                  <a:pt x="160540" y="66103"/>
                </a:lnTo>
                <a:lnTo>
                  <a:pt x="126326" y="93103"/>
                </a:lnTo>
                <a:lnTo>
                  <a:pt x="95554" y="123875"/>
                </a:lnTo>
                <a:lnTo>
                  <a:pt x="68554" y="158089"/>
                </a:lnTo>
                <a:lnTo>
                  <a:pt x="45681" y="195389"/>
                </a:lnTo>
                <a:lnTo>
                  <a:pt x="27292" y="235419"/>
                </a:lnTo>
                <a:lnTo>
                  <a:pt x="13716" y="277837"/>
                </a:lnTo>
                <a:lnTo>
                  <a:pt x="5321" y="322300"/>
                </a:lnTo>
                <a:lnTo>
                  <a:pt x="2451" y="368452"/>
                </a:lnTo>
                <a:lnTo>
                  <a:pt x="2451" y="1799894"/>
                </a:lnTo>
                <a:lnTo>
                  <a:pt x="4762" y="1811350"/>
                </a:lnTo>
                <a:lnTo>
                  <a:pt x="11074" y="1820697"/>
                </a:lnTo>
                <a:lnTo>
                  <a:pt x="20421" y="1827009"/>
                </a:lnTo>
                <a:lnTo>
                  <a:pt x="31877" y="1829320"/>
                </a:lnTo>
                <a:lnTo>
                  <a:pt x="43332" y="1827009"/>
                </a:lnTo>
                <a:lnTo>
                  <a:pt x="52679" y="1820697"/>
                </a:lnTo>
                <a:lnTo>
                  <a:pt x="58991" y="1811350"/>
                </a:lnTo>
                <a:lnTo>
                  <a:pt x="61302" y="1799894"/>
                </a:lnTo>
                <a:lnTo>
                  <a:pt x="61302" y="368452"/>
                </a:lnTo>
                <a:lnTo>
                  <a:pt x="64668" y="322757"/>
                </a:lnTo>
                <a:lnTo>
                  <a:pt x="74434" y="279133"/>
                </a:lnTo>
                <a:lnTo>
                  <a:pt x="90119" y="238048"/>
                </a:lnTo>
                <a:lnTo>
                  <a:pt x="111252" y="199986"/>
                </a:lnTo>
                <a:lnTo>
                  <a:pt x="137337" y="165442"/>
                </a:lnTo>
                <a:lnTo>
                  <a:pt x="167894" y="134874"/>
                </a:lnTo>
                <a:lnTo>
                  <a:pt x="202438" y="108800"/>
                </a:lnTo>
                <a:lnTo>
                  <a:pt x="240499" y="87668"/>
                </a:lnTo>
                <a:lnTo>
                  <a:pt x="281584" y="71983"/>
                </a:lnTo>
                <a:lnTo>
                  <a:pt x="325221" y="62204"/>
                </a:lnTo>
                <a:lnTo>
                  <a:pt x="370903" y="58851"/>
                </a:lnTo>
                <a:lnTo>
                  <a:pt x="3233788" y="58851"/>
                </a:lnTo>
                <a:lnTo>
                  <a:pt x="3279470" y="62204"/>
                </a:lnTo>
                <a:lnTo>
                  <a:pt x="3323094" y="71983"/>
                </a:lnTo>
                <a:lnTo>
                  <a:pt x="3364192" y="87668"/>
                </a:lnTo>
                <a:lnTo>
                  <a:pt x="3402241" y="108800"/>
                </a:lnTo>
                <a:lnTo>
                  <a:pt x="3436797" y="134874"/>
                </a:lnTo>
                <a:lnTo>
                  <a:pt x="3467354" y="165442"/>
                </a:lnTo>
                <a:lnTo>
                  <a:pt x="3493439" y="199986"/>
                </a:lnTo>
                <a:lnTo>
                  <a:pt x="3514572" y="238048"/>
                </a:lnTo>
                <a:lnTo>
                  <a:pt x="3530257" y="279133"/>
                </a:lnTo>
                <a:lnTo>
                  <a:pt x="3540023" y="322757"/>
                </a:lnTo>
                <a:lnTo>
                  <a:pt x="3543389" y="368452"/>
                </a:lnTo>
                <a:lnTo>
                  <a:pt x="3543389" y="3231324"/>
                </a:lnTo>
                <a:lnTo>
                  <a:pt x="3540023" y="3277019"/>
                </a:lnTo>
                <a:lnTo>
                  <a:pt x="3530257" y="3320643"/>
                </a:lnTo>
                <a:lnTo>
                  <a:pt x="3514572" y="3361728"/>
                </a:lnTo>
                <a:lnTo>
                  <a:pt x="3493439" y="3399790"/>
                </a:lnTo>
                <a:lnTo>
                  <a:pt x="3467354" y="3434334"/>
                </a:lnTo>
                <a:lnTo>
                  <a:pt x="3436797" y="3464903"/>
                </a:lnTo>
                <a:lnTo>
                  <a:pt x="3402241" y="3490988"/>
                </a:lnTo>
                <a:lnTo>
                  <a:pt x="3364192" y="3512108"/>
                </a:lnTo>
                <a:lnTo>
                  <a:pt x="3323094" y="3527806"/>
                </a:lnTo>
                <a:lnTo>
                  <a:pt x="3279470" y="3537572"/>
                </a:lnTo>
                <a:lnTo>
                  <a:pt x="3233788" y="3540925"/>
                </a:lnTo>
                <a:lnTo>
                  <a:pt x="1814436" y="3540925"/>
                </a:lnTo>
                <a:lnTo>
                  <a:pt x="1802345" y="3538474"/>
                </a:lnTo>
                <a:lnTo>
                  <a:pt x="1777822" y="3538474"/>
                </a:lnTo>
                <a:lnTo>
                  <a:pt x="1765414" y="3540988"/>
                </a:lnTo>
                <a:lnTo>
                  <a:pt x="1755292" y="3547821"/>
                </a:lnTo>
                <a:lnTo>
                  <a:pt x="1748459" y="3557955"/>
                </a:lnTo>
                <a:lnTo>
                  <a:pt x="1745945" y="3570363"/>
                </a:lnTo>
                <a:lnTo>
                  <a:pt x="1748459" y="3582771"/>
                </a:lnTo>
                <a:lnTo>
                  <a:pt x="1755292" y="3592906"/>
                </a:lnTo>
                <a:lnTo>
                  <a:pt x="1765414" y="3599726"/>
                </a:lnTo>
                <a:lnTo>
                  <a:pt x="1777822" y="3602240"/>
                </a:lnTo>
                <a:lnTo>
                  <a:pt x="1802345" y="3602240"/>
                </a:lnTo>
                <a:lnTo>
                  <a:pt x="1814436" y="3599789"/>
                </a:lnTo>
                <a:lnTo>
                  <a:pt x="3233788" y="3599789"/>
                </a:lnTo>
                <a:lnTo>
                  <a:pt x="3279940" y="3596906"/>
                </a:lnTo>
                <a:lnTo>
                  <a:pt x="3324402" y="3588512"/>
                </a:lnTo>
                <a:lnTo>
                  <a:pt x="3366820" y="3574948"/>
                </a:lnTo>
                <a:lnTo>
                  <a:pt x="3406851" y="3556546"/>
                </a:lnTo>
                <a:lnTo>
                  <a:pt x="3444151" y="3533686"/>
                </a:lnTo>
                <a:lnTo>
                  <a:pt x="3478365" y="3506686"/>
                </a:lnTo>
                <a:lnTo>
                  <a:pt x="3509137" y="3475901"/>
                </a:lnTo>
                <a:lnTo>
                  <a:pt x="3536137" y="3441687"/>
                </a:lnTo>
                <a:lnTo>
                  <a:pt x="3559010" y="3404400"/>
                </a:lnTo>
                <a:lnTo>
                  <a:pt x="3577399" y="3364369"/>
                </a:lnTo>
                <a:lnTo>
                  <a:pt x="3590975" y="3321939"/>
                </a:lnTo>
                <a:lnTo>
                  <a:pt x="3599370" y="3277476"/>
                </a:lnTo>
                <a:lnTo>
                  <a:pt x="3602240" y="3231324"/>
                </a:lnTo>
                <a:lnTo>
                  <a:pt x="3602240" y="368452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2" name="Google Shape;712;p28"/>
          <p:cNvSpPr txBox="1">
            <a:spLocks noGrp="1"/>
          </p:cNvSpPr>
          <p:nvPr>
            <p:ph type="body" idx="1"/>
          </p:nvPr>
        </p:nvSpPr>
        <p:spPr>
          <a:xfrm flipH="1">
            <a:off x="1686342" y="3149803"/>
            <a:ext cx="232600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3" name="Google Shape;713;p28"/>
          <p:cNvSpPr txBox="1">
            <a:spLocks noGrp="1"/>
          </p:cNvSpPr>
          <p:nvPr>
            <p:ph type="body" idx="2"/>
          </p:nvPr>
        </p:nvSpPr>
        <p:spPr>
          <a:xfrm>
            <a:off x="1632369" y="4419100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4" name="Google Shape;714;p28"/>
          <p:cNvSpPr txBox="1">
            <a:spLocks noGrp="1"/>
          </p:cNvSpPr>
          <p:nvPr>
            <p:ph type="body" idx="3"/>
          </p:nvPr>
        </p:nvSpPr>
        <p:spPr>
          <a:xfrm>
            <a:off x="4924842" y="3125359"/>
            <a:ext cx="40826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5" name="Google Shape;715;p28"/>
          <p:cNvSpPr txBox="1">
            <a:spLocks noGrp="1"/>
          </p:cNvSpPr>
          <p:nvPr>
            <p:ph type="body" idx="4"/>
          </p:nvPr>
        </p:nvSpPr>
        <p:spPr>
          <a:xfrm>
            <a:off x="4924843" y="3658559"/>
            <a:ext cx="4082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28"/>
          <p:cNvSpPr/>
          <p:nvPr/>
        </p:nvSpPr>
        <p:spPr>
          <a:xfrm>
            <a:off x="11431030" y="2705595"/>
            <a:ext cx="3021330" cy="3021330"/>
          </a:xfrm>
          <a:custGeom>
            <a:avLst/>
            <a:gdLst/>
            <a:ahLst/>
            <a:cxnLst/>
            <a:rect l="l" t="t" r="r" b="b"/>
            <a:pathLst>
              <a:path w="3021329" h="3021329" extrusionOk="0">
                <a:moveTo>
                  <a:pt x="2806521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806521"/>
                </a:lnTo>
                <a:lnTo>
                  <a:pt x="5666" y="2855718"/>
                </a:lnTo>
                <a:lnTo>
                  <a:pt x="21807" y="2900880"/>
                </a:lnTo>
                <a:lnTo>
                  <a:pt x="47135" y="2940718"/>
                </a:lnTo>
                <a:lnTo>
                  <a:pt x="80362" y="2973945"/>
                </a:lnTo>
                <a:lnTo>
                  <a:pt x="120200" y="2999273"/>
                </a:lnTo>
                <a:lnTo>
                  <a:pt x="165362" y="3015414"/>
                </a:lnTo>
                <a:lnTo>
                  <a:pt x="214558" y="3021080"/>
                </a:lnTo>
                <a:lnTo>
                  <a:pt x="2806521" y="3021080"/>
                </a:lnTo>
                <a:lnTo>
                  <a:pt x="2855718" y="3015414"/>
                </a:lnTo>
                <a:lnTo>
                  <a:pt x="2900880" y="2999273"/>
                </a:lnTo>
                <a:lnTo>
                  <a:pt x="2940718" y="2973945"/>
                </a:lnTo>
                <a:lnTo>
                  <a:pt x="2973945" y="2940718"/>
                </a:lnTo>
                <a:lnTo>
                  <a:pt x="2999273" y="2900880"/>
                </a:lnTo>
                <a:lnTo>
                  <a:pt x="3015414" y="2855718"/>
                </a:lnTo>
                <a:lnTo>
                  <a:pt x="3021080" y="2806521"/>
                </a:lnTo>
                <a:lnTo>
                  <a:pt x="3021080" y="214558"/>
                </a:lnTo>
                <a:lnTo>
                  <a:pt x="3015414" y="165362"/>
                </a:lnTo>
                <a:lnTo>
                  <a:pt x="2999273" y="120200"/>
                </a:lnTo>
                <a:lnTo>
                  <a:pt x="2973945" y="80362"/>
                </a:lnTo>
                <a:lnTo>
                  <a:pt x="2940718" y="47135"/>
                </a:lnTo>
                <a:lnTo>
                  <a:pt x="2900880" y="21807"/>
                </a:lnTo>
                <a:lnTo>
                  <a:pt x="2855718" y="5666"/>
                </a:lnTo>
                <a:lnTo>
                  <a:pt x="2806521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7" name="Google Shape;717;p28"/>
          <p:cNvSpPr/>
          <p:nvPr/>
        </p:nvSpPr>
        <p:spPr>
          <a:xfrm>
            <a:off x="11140518" y="2416252"/>
            <a:ext cx="3602354" cy="3602354"/>
          </a:xfrm>
          <a:custGeom>
            <a:avLst/>
            <a:gdLst/>
            <a:ahLst/>
            <a:cxnLst/>
            <a:rect l="l" t="t" r="r" b="b"/>
            <a:pathLst>
              <a:path w="3602354" h="3602354" extrusionOk="0">
                <a:moveTo>
                  <a:pt x="63754" y="3013062"/>
                </a:moveTo>
                <a:lnTo>
                  <a:pt x="61239" y="3000654"/>
                </a:lnTo>
                <a:lnTo>
                  <a:pt x="54419" y="2990519"/>
                </a:lnTo>
                <a:lnTo>
                  <a:pt x="44284" y="2983687"/>
                </a:lnTo>
                <a:lnTo>
                  <a:pt x="31877" y="2981185"/>
                </a:lnTo>
                <a:lnTo>
                  <a:pt x="19469" y="2983687"/>
                </a:lnTo>
                <a:lnTo>
                  <a:pt x="9334" y="2990519"/>
                </a:lnTo>
                <a:lnTo>
                  <a:pt x="2514" y="3000654"/>
                </a:lnTo>
                <a:lnTo>
                  <a:pt x="0" y="3013062"/>
                </a:lnTo>
                <a:lnTo>
                  <a:pt x="0" y="3037586"/>
                </a:lnTo>
                <a:lnTo>
                  <a:pt x="2514" y="3049994"/>
                </a:lnTo>
                <a:lnTo>
                  <a:pt x="9334" y="3060115"/>
                </a:lnTo>
                <a:lnTo>
                  <a:pt x="19469" y="3066948"/>
                </a:lnTo>
                <a:lnTo>
                  <a:pt x="31877" y="3069450"/>
                </a:lnTo>
                <a:lnTo>
                  <a:pt x="44284" y="3066948"/>
                </a:lnTo>
                <a:lnTo>
                  <a:pt x="54419" y="3060115"/>
                </a:lnTo>
                <a:lnTo>
                  <a:pt x="61239" y="3049994"/>
                </a:lnTo>
                <a:lnTo>
                  <a:pt x="63754" y="3037586"/>
                </a:lnTo>
                <a:lnTo>
                  <a:pt x="63754" y="3013062"/>
                </a:lnTo>
                <a:close/>
              </a:path>
              <a:path w="3602354" h="3602354" extrusionOk="0">
                <a:moveTo>
                  <a:pt x="63754" y="2743314"/>
                </a:moveTo>
                <a:lnTo>
                  <a:pt x="61239" y="2730919"/>
                </a:lnTo>
                <a:lnTo>
                  <a:pt x="54419" y="2720784"/>
                </a:lnTo>
                <a:lnTo>
                  <a:pt x="44284" y="2713952"/>
                </a:lnTo>
                <a:lnTo>
                  <a:pt x="31877" y="2711450"/>
                </a:lnTo>
                <a:lnTo>
                  <a:pt x="19469" y="2713952"/>
                </a:lnTo>
                <a:lnTo>
                  <a:pt x="9334" y="2720784"/>
                </a:lnTo>
                <a:lnTo>
                  <a:pt x="2514" y="2730919"/>
                </a:lnTo>
                <a:lnTo>
                  <a:pt x="0" y="2743314"/>
                </a:lnTo>
                <a:lnTo>
                  <a:pt x="0" y="2767838"/>
                </a:lnTo>
                <a:lnTo>
                  <a:pt x="2514" y="2780246"/>
                </a:lnTo>
                <a:lnTo>
                  <a:pt x="9334" y="2790380"/>
                </a:lnTo>
                <a:lnTo>
                  <a:pt x="19469" y="2797225"/>
                </a:lnTo>
                <a:lnTo>
                  <a:pt x="31877" y="2799727"/>
                </a:lnTo>
                <a:lnTo>
                  <a:pt x="44284" y="2797225"/>
                </a:lnTo>
                <a:lnTo>
                  <a:pt x="54419" y="2790380"/>
                </a:lnTo>
                <a:lnTo>
                  <a:pt x="61239" y="2780246"/>
                </a:lnTo>
                <a:lnTo>
                  <a:pt x="63754" y="2767838"/>
                </a:lnTo>
                <a:lnTo>
                  <a:pt x="63754" y="2743314"/>
                </a:lnTo>
                <a:close/>
              </a:path>
              <a:path w="3602354" h="3602354" extrusionOk="0">
                <a:moveTo>
                  <a:pt x="63754" y="2473579"/>
                </a:moveTo>
                <a:lnTo>
                  <a:pt x="61239" y="2461171"/>
                </a:lnTo>
                <a:lnTo>
                  <a:pt x="54419" y="2451036"/>
                </a:lnTo>
                <a:lnTo>
                  <a:pt x="44284" y="2444216"/>
                </a:lnTo>
                <a:lnTo>
                  <a:pt x="31877" y="2441702"/>
                </a:lnTo>
                <a:lnTo>
                  <a:pt x="19469" y="2444216"/>
                </a:lnTo>
                <a:lnTo>
                  <a:pt x="9334" y="2451036"/>
                </a:lnTo>
                <a:lnTo>
                  <a:pt x="2514" y="2461171"/>
                </a:lnTo>
                <a:lnTo>
                  <a:pt x="0" y="2473579"/>
                </a:lnTo>
                <a:lnTo>
                  <a:pt x="0" y="2498102"/>
                </a:lnTo>
                <a:lnTo>
                  <a:pt x="2514" y="2510510"/>
                </a:lnTo>
                <a:lnTo>
                  <a:pt x="9334" y="2520645"/>
                </a:lnTo>
                <a:lnTo>
                  <a:pt x="19469" y="2527477"/>
                </a:lnTo>
                <a:lnTo>
                  <a:pt x="31877" y="2529979"/>
                </a:lnTo>
                <a:lnTo>
                  <a:pt x="44284" y="2527477"/>
                </a:lnTo>
                <a:lnTo>
                  <a:pt x="54419" y="2520645"/>
                </a:lnTo>
                <a:lnTo>
                  <a:pt x="61239" y="2510510"/>
                </a:lnTo>
                <a:lnTo>
                  <a:pt x="63754" y="2498102"/>
                </a:lnTo>
                <a:lnTo>
                  <a:pt x="63754" y="2473579"/>
                </a:lnTo>
                <a:close/>
              </a:path>
              <a:path w="3602354" h="3602354" extrusionOk="0">
                <a:moveTo>
                  <a:pt x="63754" y="2203843"/>
                </a:moveTo>
                <a:lnTo>
                  <a:pt x="61239" y="2191435"/>
                </a:lnTo>
                <a:lnTo>
                  <a:pt x="54419" y="2181301"/>
                </a:lnTo>
                <a:lnTo>
                  <a:pt x="44284" y="2174468"/>
                </a:lnTo>
                <a:lnTo>
                  <a:pt x="31877" y="2171966"/>
                </a:lnTo>
                <a:lnTo>
                  <a:pt x="19469" y="2174468"/>
                </a:lnTo>
                <a:lnTo>
                  <a:pt x="9334" y="2181301"/>
                </a:lnTo>
                <a:lnTo>
                  <a:pt x="2514" y="2191435"/>
                </a:lnTo>
                <a:lnTo>
                  <a:pt x="0" y="2203843"/>
                </a:lnTo>
                <a:lnTo>
                  <a:pt x="0" y="2228367"/>
                </a:lnTo>
                <a:lnTo>
                  <a:pt x="2514" y="2240775"/>
                </a:lnTo>
                <a:lnTo>
                  <a:pt x="9334" y="2250910"/>
                </a:lnTo>
                <a:lnTo>
                  <a:pt x="19469" y="2257742"/>
                </a:lnTo>
                <a:lnTo>
                  <a:pt x="31877" y="2260244"/>
                </a:lnTo>
                <a:lnTo>
                  <a:pt x="44284" y="2257742"/>
                </a:lnTo>
                <a:lnTo>
                  <a:pt x="54419" y="2250910"/>
                </a:lnTo>
                <a:lnTo>
                  <a:pt x="61239" y="2240775"/>
                </a:lnTo>
                <a:lnTo>
                  <a:pt x="63754" y="2228367"/>
                </a:lnTo>
                <a:lnTo>
                  <a:pt x="63754" y="2203843"/>
                </a:lnTo>
                <a:close/>
              </a:path>
              <a:path w="3602354" h="3602354" extrusionOk="0">
                <a:moveTo>
                  <a:pt x="63754" y="1934108"/>
                </a:moveTo>
                <a:lnTo>
                  <a:pt x="61239" y="1921700"/>
                </a:lnTo>
                <a:lnTo>
                  <a:pt x="54419" y="1911565"/>
                </a:lnTo>
                <a:lnTo>
                  <a:pt x="44284" y="1904733"/>
                </a:lnTo>
                <a:lnTo>
                  <a:pt x="31877" y="1902218"/>
                </a:lnTo>
                <a:lnTo>
                  <a:pt x="19469" y="1904733"/>
                </a:lnTo>
                <a:lnTo>
                  <a:pt x="9334" y="1911565"/>
                </a:lnTo>
                <a:lnTo>
                  <a:pt x="2514" y="1921700"/>
                </a:lnTo>
                <a:lnTo>
                  <a:pt x="0" y="1934108"/>
                </a:lnTo>
                <a:lnTo>
                  <a:pt x="0" y="1958632"/>
                </a:lnTo>
                <a:lnTo>
                  <a:pt x="2514" y="1971040"/>
                </a:lnTo>
                <a:lnTo>
                  <a:pt x="9334" y="1981174"/>
                </a:lnTo>
                <a:lnTo>
                  <a:pt x="19469" y="1987994"/>
                </a:lnTo>
                <a:lnTo>
                  <a:pt x="31877" y="1990509"/>
                </a:lnTo>
                <a:lnTo>
                  <a:pt x="44284" y="1987994"/>
                </a:lnTo>
                <a:lnTo>
                  <a:pt x="54419" y="1981174"/>
                </a:lnTo>
                <a:lnTo>
                  <a:pt x="61239" y="1971040"/>
                </a:lnTo>
                <a:lnTo>
                  <a:pt x="63754" y="1958632"/>
                </a:lnTo>
                <a:lnTo>
                  <a:pt x="63754" y="1934108"/>
                </a:lnTo>
                <a:close/>
              </a:path>
              <a:path w="3602354" h="3602354" extrusionOk="0">
                <a:moveTo>
                  <a:pt x="71666" y="3312274"/>
                </a:moveTo>
                <a:lnTo>
                  <a:pt x="71361" y="3299612"/>
                </a:lnTo>
                <a:lnTo>
                  <a:pt x="69735" y="3292449"/>
                </a:lnTo>
                <a:lnTo>
                  <a:pt x="68351" y="3285109"/>
                </a:lnTo>
                <a:lnTo>
                  <a:pt x="43586" y="3251695"/>
                </a:lnTo>
                <a:lnTo>
                  <a:pt x="30949" y="3251073"/>
                </a:lnTo>
                <a:lnTo>
                  <a:pt x="19050" y="3255416"/>
                </a:lnTo>
                <a:lnTo>
                  <a:pt x="10058" y="3263684"/>
                </a:lnTo>
                <a:lnTo>
                  <a:pt x="4826" y="3274733"/>
                </a:lnTo>
                <a:lnTo>
                  <a:pt x="4216" y="3287382"/>
                </a:lnTo>
                <a:lnTo>
                  <a:pt x="5283" y="3293999"/>
                </a:lnTo>
                <a:lnTo>
                  <a:pt x="20523" y="3331692"/>
                </a:lnTo>
                <a:lnTo>
                  <a:pt x="40259" y="3338563"/>
                </a:lnTo>
                <a:lnTo>
                  <a:pt x="42583" y="3338563"/>
                </a:lnTo>
                <a:lnTo>
                  <a:pt x="71666" y="3312274"/>
                </a:lnTo>
                <a:close/>
              </a:path>
              <a:path w="3602354" h="3602354" extrusionOk="0">
                <a:moveTo>
                  <a:pt x="224802" y="3525012"/>
                </a:moveTo>
                <a:lnTo>
                  <a:pt x="224307" y="3512794"/>
                </a:lnTo>
                <a:lnTo>
                  <a:pt x="219265" y="3501669"/>
                </a:lnTo>
                <a:lnTo>
                  <a:pt x="210007" y="3493020"/>
                </a:lnTo>
                <a:lnTo>
                  <a:pt x="203720" y="3489147"/>
                </a:lnTo>
                <a:lnTo>
                  <a:pt x="197510" y="3485007"/>
                </a:lnTo>
                <a:lnTo>
                  <a:pt x="191528" y="3480689"/>
                </a:lnTo>
                <a:lnTo>
                  <a:pt x="179997" y="3475469"/>
                </a:lnTo>
                <a:lnTo>
                  <a:pt x="167779" y="3475088"/>
                </a:lnTo>
                <a:lnTo>
                  <a:pt x="156311" y="3479304"/>
                </a:lnTo>
                <a:lnTo>
                  <a:pt x="147027" y="3487915"/>
                </a:lnTo>
                <a:lnTo>
                  <a:pt x="141795" y="3499447"/>
                </a:lnTo>
                <a:lnTo>
                  <a:pt x="141414" y="3511651"/>
                </a:lnTo>
                <a:lnTo>
                  <a:pt x="145643" y="3523119"/>
                </a:lnTo>
                <a:lnTo>
                  <a:pt x="176568" y="3547300"/>
                </a:lnTo>
                <a:lnTo>
                  <a:pt x="187553" y="3552050"/>
                </a:lnTo>
                <a:lnTo>
                  <a:pt x="193255" y="3552050"/>
                </a:lnTo>
                <a:lnTo>
                  <a:pt x="201168" y="3551059"/>
                </a:lnTo>
                <a:lnTo>
                  <a:pt x="208597" y="3548138"/>
                </a:lnTo>
                <a:lnTo>
                  <a:pt x="215138" y="3543376"/>
                </a:lnTo>
                <a:lnTo>
                  <a:pt x="220421" y="3536886"/>
                </a:lnTo>
                <a:lnTo>
                  <a:pt x="224802" y="3525012"/>
                </a:lnTo>
                <a:close/>
              </a:path>
              <a:path w="3602354" h="3602354" extrusionOk="0">
                <a:moveTo>
                  <a:pt x="485533" y="3570363"/>
                </a:moveTo>
                <a:lnTo>
                  <a:pt x="483019" y="3557955"/>
                </a:lnTo>
                <a:lnTo>
                  <a:pt x="476186" y="3547821"/>
                </a:lnTo>
                <a:lnTo>
                  <a:pt x="466064" y="3540988"/>
                </a:lnTo>
                <a:lnTo>
                  <a:pt x="453656" y="3538474"/>
                </a:lnTo>
                <a:lnTo>
                  <a:pt x="429133" y="3538474"/>
                </a:lnTo>
                <a:lnTo>
                  <a:pt x="416725" y="3540988"/>
                </a:lnTo>
                <a:lnTo>
                  <a:pt x="406590" y="3547821"/>
                </a:lnTo>
                <a:lnTo>
                  <a:pt x="399757" y="3557955"/>
                </a:lnTo>
                <a:lnTo>
                  <a:pt x="397243" y="3570363"/>
                </a:lnTo>
                <a:lnTo>
                  <a:pt x="399757" y="3582771"/>
                </a:lnTo>
                <a:lnTo>
                  <a:pt x="406590" y="3592906"/>
                </a:lnTo>
                <a:lnTo>
                  <a:pt x="416725" y="3599726"/>
                </a:lnTo>
                <a:lnTo>
                  <a:pt x="429133" y="3602240"/>
                </a:lnTo>
                <a:lnTo>
                  <a:pt x="453656" y="3602240"/>
                </a:lnTo>
                <a:lnTo>
                  <a:pt x="466064" y="3599726"/>
                </a:lnTo>
                <a:lnTo>
                  <a:pt x="476186" y="3592906"/>
                </a:lnTo>
                <a:lnTo>
                  <a:pt x="483019" y="3582771"/>
                </a:lnTo>
                <a:lnTo>
                  <a:pt x="485533" y="3570363"/>
                </a:lnTo>
                <a:close/>
              </a:path>
              <a:path w="3602354" h="3602354" extrusionOk="0">
                <a:moveTo>
                  <a:pt x="755269" y="3570363"/>
                </a:moveTo>
                <a:lnTo>
                  <a:pt x="752767" y="3557955"/>
                </a:lnTo>
                <a:lnTo>
                  <a:pt x="745934" y="3547821"/>
                </a:lnTo>
                <a:lnTo>
                  <a:pt x="735799" y="3540988"/>
                </a:lnTo>
                <a:lnTo>
                  <a:pt x="723379" y="3538474"/>
                </a:lnTo>
                <a:lnTo>
                  <a:pt x="698868" y="3538474"/>
                </a:lnTo>
                <a:lnTo>
                  <a:pt x="686460" y="3540988"/>
                </a:lnTo>
                <a:lnTo>
                  <a:pt x="676325" y="3547821"/>
                </a:lnTo>
                <a:lnTo>
                  <a:pt x="669493" y="3557955"/>
                </a:lnTo>
                <a:lnTo>
                  <a:pt x="666991" y="3570363"/>
                </a:lnTo>
                <a:lnTo>
                  <a:pt x="669493" y="3582771"/>
                </a:lnTo>
                <a:lnTo>
                  <a:pt x="676325" y="3592906"/>
                </a:lnTo>
                <a:lnTo>
                  <a:pt x="686460" y="3599726"/>
                </a:lnTo>
                <a:lnTo>
                  <a:pt x="698868" y="3602240"/>
                </a:lnTo>
                <a:lnTo>
                  <a:pt x="723379" y="3602240"/>
                </a:lnTo>
                <a:lnTo>
                  <a:pt x="735799" y="3599726"/>
                </a:lnTo>
                <a:lnTo>
                  <a:pt x="745934" y="3592906"/>
                </a:lnTo>
                <a:lnTo>
                  <a:pt x="752767" y="3582771"/>
                </a:lnTo>
                <a:lnTo>
                  <a:pt x="755269" y="3570363"/>
                </a:lnTo>
                <a:close/>
              </a:path>
              <a:path w="3602354" h="3602354" extrusionOk="0">
                <a:moveTo>
                  <a:pt x="1025004" y="3570363"/>
                </a:moveTo>
                <a:lnTo>
                  <a:pt x="1022502" y="3557955"/>
                </a:lnTo>
                <a:lnTo>
                  <a:pt x="1015669" y="3547821"/>
                </a:lnTo>
                <a:lnTo>
                  <a:pt x="1005535" y="3540988"/>
                </a:lnTo>
                <a:lnTo>
                  <a:pt x="993127" y="3538474"/>
                </a:lnTo>
                <a:lnTo>
                  <a:pt x="968603" y="3538474"/>
                </a:lnTo>
                <a:lnTo>
                  <a:pt x="956195" y="3540988"/>
                </a:lnTo>
                <a:lnTo>
                  <a:pt x="946061" y="3547821"/>
                </a:lnTo>
                <a:lnTo>
                  <a:pt x="939228" y="3557955"/>
                </a:lnTo>
                <a:lnTo>
                  <a:pt x="936726" y="3570363"/>
                </a:lnTo>
                <a:lnTo>
                  <a:pt x="939228" y="3582771"/>
                </a:lnTo>
                <a:lnTo>
                  <a:pt x="946061" y="3592906"/>
                </a:lnTo>
                <a:lnTo>
                  <a:pt x="956195" y="3599726"/>
                </a:lnTo>
                <a:lnTo>
                  <a:pt x="968603" y="3602240"/>
                </a:lnTo>
                <a:lnTo>
                  <a:pt x="993127" y="3602240"/>
                </a:lnTo>
                <a:lnTo>
                  <a:pt x="1005535" y="3599726"/>
                </a:lnTo>
                <a:lnTo>
                  <a:pt x="1015669" y="3592906"/>
                </a:lnTo>
                <a:lnTo>
                  <a:pt x="1022502" y="3582771"/>
                </a:lnTo>
                <a:lnTo>
                  <a:pt x="1025004" y="3570363"/>
                </a:lnTo>
                <a:close/>
              </a:path>
              <a:path w="3602354" h="3602354" extrusionOk="0">
                <a:moveTo>
                  <a:pt x="1294752" y="3570363"/>
                </a:moveTo>
                <a:lnTo>
                  <a:pt x="1292250" y="3557955"/>
                </a:lnTo>
                <a:lnTo>
                  <a:pt x="1285417" y="3547821"/>
                </a:lnTo>
                <a:lnTo>
                  <a:pt x="1275283" y="3540988"/>
                </a:lnTo>
                <a:lnTo>
                  <a:pt x="1262862" y="3538474"/>
                </a:lnTo>
                <a:lnTo>
                  <a:pt x="1238338" y="3538474"/>
                </a:lnTo>
                <a:lnTo>
                  <a:pt x="1225931" y="3540988"/>
                </a:lnTo>
                <a:lnTo>
                  <a:pt x="1215809" y="3547821"/>
                </a:lnTo>
                <a:lnTo>
                  <a:pt x="1208976" y="3557955"/>
                </a:lnTo>
                <a:lnTo>
                  <a:pt x="1206474" y="3570363"/>
                </a:lnTo>
                <a:lnTo>
                  <a:pt x="1208976" y="3582771"/>
                </a:lnTo>
                <a:lnTo>
                  <a:pt x="1215809" y="3592906"/>
                </a:lnTo>
                <a:lnTo>
                  <a:pt x="1225931" y="3599726"/>
                </a:lnTo>
                <a:lnTo>
                  <a:pt x="1238338" y="3602240"/>
                </a:lnTo>
                <a:lnTo>
                  <a:pt x="1262862" y="3602240"/>
                </a:lnTo>
                <a:lnTo>
                  <a:pt x="1275283" y="3599726"/>
                </a:lnTo>
                <a:lnTo>
                  <a:pt x="1285417" y="3592906"/>
                </a:lnTo>
                <a:lnTo>
                  <a:pt x="1292250" y="3582771"/>
                </a:lnTo>
                <a:lnTo>
                  <a:pt x="1294752" y="3570363"/>
                </a:lnTo>
                <a:close/>
              </a:path>
              <a:path w="3602354" h="3602354" extrusionOk="0">
                <a:moveTo>
                  <a:pt x="1564474" y="3570363"/>
                </a:moveTo>
                <a:lnTo>
                  <a:pt x="1561973" y="3557955"/>
                </a:lnTo>
                <a:lnTo>
                  <a:pt x="1555140" y="3547821"/>
                </a:lnTo>
                <a:lnTo>
                  <a:pt x="1545005" y="3540988"/>
                </a:lnTo>
                <a:lnTo>
                  <a:pt x="1532610" y="3538474"/>
                </a:lnTo>
                <a:lnTo>
                  <a:pt x="1508086" y="3538474"/>
                </a:lnTo>
                <a:lnTo>
                  <a:pt x="1495679" y="3540988"/>
                </a:lnTo>
                <a:lnTo>
                  <a:pt x="1485544" y="3547821"/>
                </a:lnTo>
                <a:lnTo>
                  <a:pt x="1478711" y="3557955"/>
                </a:lnTo>
                <a:lnTo>
                  <a:pt x="1476209" y="3570363"/>
                </a:lnTo>
                <a:lnTo>
                  <a:pt x="1478711" y="3582771"/>
                </a:lnTo>
                <a:lnTo>
                  <a:pt x="1485544" y="3592906"/>
                </a:lnTo>
                <a:lnTo>
                  <a:pt x="1495679" y="3599726"/>
                </a:lnTo>
                <a:lnTo>
                  <a:pt x="1508086" y="3602240"/>
                </a:lnTo>
                <a:lnTo>
                  <a:pt x="1532610" y="3602240"/>
                </a:lnTo>
                <a:lnTo>
                  <a:pt x="1545005" y="3599726"/>
                </a:lnTo>
                <a:lnTo>
                  <a:pt x="1555140" y="3592906"/>
                </a:lnTo>
                <a:lnTo>
                  <a:pt x="1561973" y="3582771"/>
                </a:lnTo>
                <a:lnTo>
                  <a:pt x="1564474" y="3570363"/>
                </a:lnTo>
                <a:close/>
              </a:path>
              <a:path w="3602354" h="3602354" extrusionOk="0">
                <a:moveTo>
                  <a:pt x="3602240" y="368452"/>
                </a:moveTo>
                <a:lnTo>
                  <a:pt x="3599370" y="322300"/>
                </a:lnTo>
                <a:lnTo>
                  <a:pt x="3590975" y="277837"/>
                </a:lnTo>
                <a:lnTo>
                  <a:pt x="3577399" y="235419"/>
                </a:lnTo>
                <a:lnTo>
                  <a:pt x="3559010" y="195389"/>
                </a:lnTo>
                <a:lnTo>
                  <a:pt x="3536137" y="158089"/>
                </a:lnTo>
                <a:lnTo>
                  <a:pt x="3509137" y="123875"/>
                </a:lnTo>
                <a:lnTo>
                  <a:pt x="3478365" y="93103"/>
                </a:lnTo>
                <a:lnTo>
                  <a:pt x="3444151" y="66103"/>
                </a:lnTo>
                <a:lnTo>
                  <a:pt x="3406851" y="43230"/>
                </a:lnTo>
                <a:lnTo>
                  <a:pt x="3366820" y="24841"/>
                </a:lnTo>
                <a:lnTo>
                  <a:pt x="3324402" y="11277"/>
                </a:lnTo>
                <a:lnTo>
                  <a:pt x="3279940" y="2882"/>
                </a:lnTo>
                <a:lnTo>
                  <a:pt x="3233788" y="0"/>
                </a:lnTo>
                <a:lnTo>
                  <a:pt x="370903" y="0"/>
                </a:lnTo>
                <a:lnTo>
                  <a:pt x="324751" y="2882"/>
                </a:lnTo>
                <a:lnTo>
                  <a:pt x="280289" y="11277"/>
                </a:lnTo>
                <a:lnTo>
                  <a:pt x="237871" y="24841"/>
                </a:lnTo>
                <a:lnTo>
                  <a:pt x="197840" y="43230"/>
                </a:lnTo>
                <a:lnTo>
                  <a:pt x="160540" y="66103"/>
                </a:lnTo>
                <a:lnTo>
                  <a:pt x="126326" y="93103"/>
                </a:lnTo>
                <a:lnTo>
                  <a:pt x="95554" y="123875"/>
                </a:lnTo>
                <a:lnTo>
                  <a:pt x="68554" y="158089"/>
                </a:lnTo>
                <a:lnTo>
                  <a:pt x="45681" y="195389"/>
                </a:lnTo>
                <a:lnTo>
                  <a:pt x="27292" y="235419"/>
                </a:lnTo>
                <a:lnTo>
                  <a:pt x="13716" y="277837"/>
                </a:lnTo>
                <a:lnTo>
                  <a:pt x="5321" y="322300"/>
                </a:lnTo>
                <a:lnTo>
                  <a:pt x="2451" y="368452"/>
                </a:lnTo>
                <a:lnTo>
                  <a:pt x="2451" y="1799894"/>
                </a:lnTo>
                <a:lnTo>
                  <a:pt x="4762" y="1811350"/>
                </a:lnTo>
                <a:lnTo>
                  <a:pt x="11074" y="1820697"/>
                </a:lnTo>
                <a:lnTo>
                  <a:pt x="20421" y="1827009"/>
                </a:lnTo>
                <a:lnTo>
                  <a:pt x="31877" y="1829320"/>
                </a:lnTo>
                <a:lnTo>
                  <a:pt x="43332" y="1827009"/>
                </a:lnTo>
                <a:lnTo>
                  <a:pt x="52679" y="1820697"/>
                </a:lnTo>
                <a:lnTo>
                  <a:pt x="58991" y="1811350"/>
                </a:lnTo>
                <a:lnTo>
                  <a:pt x="61302" y="1799894"/>
                </a:lnTo>
                <a:lnTo>
                  <a:pt x="61302" y="368452"/>
                </a:lnTo>
                <a:lnTo>
                  <a:pt x="64668" y="322757"/>
                </a:lnTo>
                <a:lnTo>
                  <a:pt x="74434" y="279133"/>
                </a:lnTo>
                <a:lnTo>
                  <a:pt x="90119" y="238048"/>
                </a:lnTo>
                <a:lnTo>
                  <a:pt x="111252" y="199986"/>
                </a:lnTo>
                <a:lnTo>
                  <a:pt x="137337" y="165442"/>
                </a:lnTo>
                <a:lnTo>
                  <a:pt x="167894" y="134874"/>
                </a:lnTo>
                <a:lnTo>
                  <a:pt x="202438" y="108800"/>
                </a:lnTo>
                <a:lnTo>
                  <a:pt x="240499" y="87668"/>
                </a:lnTo>
                <a:lnTo>
                  <a:pt x="281584" y="71983"/>
                </a:lnTo>
                <a:lnTo>
                  <a:pt x="325221" y="62204"/>
                </a:lnTo>
                <a:lnTo>
                  <a:pt x="370903" y="58851"/>
                </a:lnTo>
                <a:lnTo>
                  <a:pt x="3233788" y="58851"/>
                </a:lnTo>
                <a:lnTo>
                  <a:pt x="3279470" y="62204"/>
                </a:lnTo>
                <a:lnTo>
                  <a:pt x="3323094" y="71983"/>
                </a:lnTo>
                <a:lnTo>
                  <a:pt x="3364192" y="87668"/>
                </a:lnTo>
                <a:lnTo>
                  <a:pt x="3402241" y="108800"/>
                </a:lnTo>
                <a:lnTo>
                  <a:pt x="3436797" y="134874"/>
                </a:lnTo>
                <a:lnTo>
                  <a:pt x="3467354" y="165442"/>
                </a:lnTo>
                <a:lnTo>
                  <a:pt x="3493439" y="199986"/>
                </a:lnTo>
                <a:lnTo>
                  <a:pt x="3514572" y="238048"/>
                </a:lnTo>
                <a:lnTo>
                  <a:pt x="3530257" y="279133"/>
                </a:lnTo>
                <a:lnTo>
                  <a:pt x="3540023" y="322757"/>
                </a:lnTo>
                <a:lnTo>
                  <a:pt x="3543389" y="368452"/>
                </a:lnTo>
                <a:lnTo>
                  <a:pt x="3543389" y="3231324"/>
                </a:lnTo>
                <a:lnTo>
                  <a:pt x="3540023" y="3277019"/>
                </a:lnTo>
                <a:lnTo>
                  <a:pt x="3530257" y="3320643"/>
                </a:lnTo>
                <a:lnTo>
                  <a:pt x="3514572" y="3361728"/>
                </a:lnTo>
                <a:lnTo>
                  <a:pt x="3493439" y="3399790"/>
                </a:lnTo>
                <a:lnTo>
                  <a:pt x="3467354" y="3434334"/>
                </a:lnTo>
                <a:lnTo>
                  <a:pt x="3436797" y="3464903"/>
                </a:lnTo>
                <a:lnTo>
                  <a:pt x="3402241" y="3490988"/>
                </a:lnTo>
                <a:lnTo>
                  <a:pt x="3364192" y="3512108"/>
                </a:lnTo>
                <a:lnTo>
                  <a:pt x="3323094" y="3527806"/>
                </a:lnTo>
                <a:lnTo>
                  <a:pt x="3279470" y="3537572"/>
                </a:lnTo>
                <a:lnTo>
                  <a:pt x="3233788" y="3540925"/>
                </a:lnTo>
                <a:lnTo>
                  <a:pt x="1814436" y="3540925"/>
                </a:lnTo>
                <a:lnTo>
                  <a:pt x="1802345" y="3538474"/>
                </a:lnTo>
                <a:lnTo>
                  <a:pt x="1777822" y="3538474"/>
                </a:lnTo>
                <a:lnTo>
                  <a:pt x="1765414" y="3540988"/>
                </a:lnTo>
                <a:lnTo>
                  <a:pt x="1755292" y="3547821"/>
                </a:lnTo>
                <a:lnTo>
                  <a:pt x="1748459" y="3557955"/>
                </a:lnTo>
                <a:lnTo>
                  <a:pt x="1745945" y="3570363"/>
                </a:lnTo>
                <a:lnTo>
                  <a:pt x="1748459" y="3582771"/>
                </a:lnTo>
                <a:lnTo>
                  <a:pt x="1755292" y="3592906"/>
                </a:lnTo>
                <a:lnTo>
                  <a:pt x="1765414" y="3599726"/>
                </a:lnTo>
                <a:lnTo>
                  <a:pt x="1777822" y="3602240"/>
                </a:lnTo>
                <a:lnTo>
                  <a:pt x="1802345" y="3602240"/>
                </a:lnTo>
                <a:lnTo>
                  <a:pt x="1814436" y="3599789"/>
                </a:lnTo>
                <a:lnTo>
                  <a:pt x="3233788" y="3599789"/>
                </a:lnTo>
                <a:lnTo>
                  <a:pt x="3279940" y="3596906"/>
                </a:lnTo>
                <a:lnTo>
                  <a:pt x="3324402" y="3588512"/>
                </a:lnTo>
                <a:lnTo>
                  <a:pt x="3366820" y="3574948"/>
                </a:lnTo>
                <a:lnTo>
                  <a:pt x="3406851" y="3556546"/>
                </a:lnTo>
                <a:lnTo>
                  <a:pt x="3444151" y="3533686"/>
                </a:lnTo>
                <a:lnTo>
                  <a:pt x="3478365" y="3506686"/>
                </a:lnTo>
                <a:lnTo>
                  <a:pt x="3509137" y="3475901"/>
                </a:lnTo>
                <a:lnTo>
                  <a:pt x="3536137" y="3441687"/>
                </a:lnTo>
                <a:lnTo>
                  <a:pt x="3559010" y="3404400"/>
                </a:lnTo>
                <a:lnTo>
                  <a:pt x="3577399" y="3364369"/>
                </a:lnTo>
                <a:lnTo>
                  <a:pt x="3590975" y="3321939"/>
                </a:lnTo>
                <a:lnTo>
                  <a:pt x="3599370" y="3277476"/>
                </a:lnTo>
                <a:lnTo>
                  <a:pt x="3602240" y="3231324"/>
                </a:lnTo>
                <a:lnTo>
                  <a:pt x="3602240" y="368452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8" name="Google Shape;718;p28"/>
          <p:cNvSpPr txBox="1">
            <a:spLocks noGrp="1"/>
          </p:cNvSpPr>
          <p:nvPr>
            <p:ph type="body" idx="5"/>
          </p:nvPr>
        </p:nvSpPr>
        <p:spPr>
          <a:xfrm flipH="1">
            <a:off x="11778691" y="3149803"/>
            <a:ext cx="232600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9" name="Google Shape;719;p28"/>
          <p:cNvSpPr txBox="1">
            <a:spLocks noGrp="1"/>
          </p:cNvSpPr>
          <p:nvPr>
            <p:ph type="body" idx="6"/>
          </p:nvPr>
        </p:nvSpPr>
        <p:spPr>
          <a:xfrm>
            <a:off x="11724718" y="4419100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0" name="Google Shape;720;p28"/>
          <p:cNvSpPr txBox="1">
            <a:spLocks noGrp="1"/>
          </p:cNvSpPr>
          <p:nvPr>
            <p:ph type="body" idx="7"/>
          </p:nvPr>
        </p:nvSpPr>
        <p:spPr>
          <a:xfrm>
            <a:off x="15016160" y="3125359"/>
            <a:ext cx="40826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28"/>
          <p:cNvSpPr txBox="1">
            <a:spLocks noGrp="1"/>
          </p:cNvSpPr>
          <p:nvPr>
            <p:ph type="body" idx="8"/>
          </p:nvPr>
        </p:nvSpPr>
        <p:spPr>
          <a:xfrm>
            <a:off x="15016161" y="3658559"/>
            <a:ext cx="4082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2" name="Google Shape;722;p28"/>
          <p:cNvSpPr/>
          <p:nvPr/>
        </p:nvSpPr>
        <p:spPr>
          <a:xfrm>
            <a:off x="1338681" y="6803989"/>
            <a:ext cx="3021330" cy="3021330"/>
          </a:xfrm>
          <a:custGeom>
            <a:avLst/>
            <a:gdLst/>
            <a:ahLst/>
            <a:cxnLst/>
            <a:rect l="l" t="t" r="r" b="b"/>
            <a:pathLst>
              <a:path w="3021329" h="3021329" extrusionOk="0">
                <a:moveTo>
                  <a:pt x="2806521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806521"/>
                </a:lnTo>
                <a:lnTo>
                  <a:pt x="5666" y="2855718"/>
                </a:lnTo>
                <a:lnTo>
                  <a:pt x="21807" y="2900880"/>
                </a:lnTo>
                <a:lnTo>
                  <a:pt x="47135" y="2940718"/>
                </a:lnTo>
                <a:lnTo>
                  <a:pt x="80362" y="2973945"/>
                </a:lnTo>
                <a:lnTo>
                  <a:pt x="120200" y="2999273"/>
                </a:lnTo>
                <a:lnTo>
                  <a:pt x="165362" y="3015414"/>
                </a:lnTo>
                <a:lnTo>
                  <a:pt x="214558" y="3021080"/>
                </a:lnTo>
                <a:lnTo>
                  <a:pt x="2806521" y="3021080"/>
                </a:lnTo>
                <a:lnTo>
                  <a:pt x="2855718" y="3015414"/>
                </a:lnTo>
                <a:lnTo>
                  <a:pt x="2900880" y="2999273"/>
                </a:lnTo>
                <a:lnTo>
                  <a:pt x="2940718" y="2973945"/>
                </a:lnTo>
                <a:lnTo>
                  <a:pt x="2973945" y="2940718"/>
                </a:lnTo>
                <a:lnTo>
                  <a:pt x="2999273" y="2900880"/>
                </a:lnTo>
                <a:lnTo>
                  <a:pt x="3015414" y="2855718"/>
                </a:lnTo>
                <a:lnTo>
                  <a:pt x="3021080" y="2806521"/>
                </a:lnTo>
                <a:lnTo>
                  <a:pt x="3021080" y="214558"/>
                </a:lnTo>
                <a:lnTo>
                  <a:pt x="3015414" y="165362"/>
                </a:lnTo>
                <a:lnTo>
                  <a:pt x="2999273" y="120200"/>
                </a:lnTo>
                <a:lnTo>
                  <a:pt x="2973945" y="80362"/>
                </a:lnTo>
                <a:lnTo>
                  <a:pt x="2940718" y="47135"/>
                </a:lnTo>
                <a:lnTo>
                  <a:pt x="2900880" y="21807"/>
                </a:lnTo>
                <a:lnTo>
                  <a:pt x="2855718" y="5666"/>
                </a:lnTo>
                <a:lnTo>
                  <a:pt x="2806521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3" name="Google Shape;723;p28"/>
          <p:cNvSpPr/>
          <p:nvPr/>
        </p:nvSpPr>
        <p:spPr>
          <a:xfrm>
            <a:off x="1048169" y="6514646"/>
            <a:ext cx="3602354" cy="3602354"/>
          </a:xfrm>
          <a:custGeom>
            <a:avLst/>
            <a:gdLst/>
            <a:ahLst/>
            <a:cxnLst/>
            <a:rect l="l" t="t" r="r" b="b"/>
            <a:pathLst>
              <a:path w="3602354" h="3602354" extrusionOk="0">
                <a:moveTo>
                  <a:pt x="63754" y="3013062"/>
                </a:moveTo>
                <a:lnTo>
                  <a:pt x="61239" y="3000654"/>
                </a:lnTo>
                <a:lnTo>
                  <a:pt x="54419" y="2990519"/>
                </a:lnTo>
                <a:lnTo>
                  <a:pt x="44284" y="2983687"/>
                </a:lnTo>
                <a:lnTo>
                  <a:pt x="31877" y="2981185"/>
                </a:lnTo>
                <a:lnTo>
                  <a:pt x="19469" y="2983687"/>
                </a:lnTo>
                <a:lnTo>
                  <a:pt x="9334" y="2990519"/>
                </a:lnTo>
                <a:lnTo>
                  <a:pt x="2514" y="3000654"/>
                </a:lnTo>
                <a:lnTo>
                  <a:pt x="0" y="3013062"/>
                </a:lnTo>
                <a:lnTo>
                  <a:pt x="0" y="3037586"/>
                </a:lnTo>
                <a:lnTo>
                  <a:pt x="2514" y="3049994"/>
                </a:lnTo>
                <a:lnTo>
                  <a:pt x="9334" y="3060115"/>
                </a:lnTo>
                <a:lnTo>
                  <a:pt x="19469" y="3066948"/>
                </a:lnTo>
                <a:lnTo>
                  <a:pt x="31877" y="3069450"/>
                </a:lnTo>
                <a:lnTo>
                  <a:pt x="44284" y="3066948"/>
                </a:lnTo>
                <a:lnTo>
                  <a:pt x="54419" y="3060115"/>
                </a:lnTo>
                <a:lnTo>
                  <a:pt x="61239" y="3049994"/>
                </a:lnTo>
                <a:lnTo>
                  <a:pt x="63754" y="3037586"/>
                </a:lnTo>
                <a:lnTo>
                  <a:pt x="63754" y="3013062"/>
                </a:lnTo>
                <a:close/>
              </a:path>
              <a:path w="3602354" h="3602354" extrusionOk="0">
                <a:moveTo>
                  <a:pt x="63754" y="2743314"/>
                </a:moveTo>
                <a:lnTo>
                  <a:pt x="61239" y="2730919"/>
                </a:lnTo>
                <a:lnTo>
                  <a:pt x="54419" y="2720784"/>
                </a:lnTo>
                <a:lnTo>
                  <a:pt x="44284" y="2713952"/>
                </a:lnTo>
                <a:lnTo>
                  <a:pt x="31877" y="2711450"/>
                </a:lnTo>
                <a:lnTo>
                  <a:pt x="19469" y="2713952"/>
                </a:lnTo>
                <a:lnTo>
                  <a:pt x="9334" y="2720784"/>
                </a:lnTo>
                <a:lnTo>
                  <a:pt x="2514" y="2730919"/>
                </a:lnTo>
                <a:lnTo>
                  <a:pt x="0" y="2743314"/>
                </a:lnTo>
                <a:lnTo>
                  <a:pt x="0" y="2767838"/>
                </a:lnTo>
                <a:lnTo>
                  <a:pt x="2514" y="2780246"/>
                </a:lnTo>
                <a:lnTo>
                  <a:pt x="9334" y="2790380"/>
                </a:lnTo>
                <a:lnTo>
                  <a:pt x="19469" y="2797225"/>
                </a:lnTo>
                <a:lnTo>
                  <a:pt x="31877" y="2799727"/>
                </a:lnTo>
                <a:lnTo>
                  <a:pt x="44284" y="2797225"/>
                </a:lnTo>
                <a:lnTo>
                  <a:pt x="54419" y="2790380"/>
                </a:lnTo>
                <a:lnTo>
                  <a:pt x="61239" y="2780246"/>
                </a:lnTo>
                <a:lnTo>
                  <a:pt x="63754" y="2767838"/>
                </a:lnTo>
                <a:lnTo>
                  <a:pt x="63754" y="2743314"/>
                </a:lnTo>
                <a:close/>
              </a:path>
              <a:path w="3602354" h="3602354" extrusionOk="0">
                <a:moveTo>
                  <a:pt x="63754" y="2473579"/>
                </a:moveTo>
                <a:lnTo>
                  <a:pt x="61239" y="2461171"/>
                </a:lnTo>
                <a:lnTo>
                  <a:pt x="54419" y="2451036"/>
                </a:lnTo>
                <a:lnTo>
                  <a:pt x="44284" y="2444216"/>
                </a:lnTo>
                <a:lnTo>
                  <a:pt x="31877" y="2441702"/>
                </a:lnTo>
                <a:lnTo>
                  <a:pt x="19469" y="2444216"/>
                </a:lnTo>
                <a:lnTo>
                  <a:pt x="9334" y="2451036"/>
                </a:lnTo>
                <a:lnTo>
                  <a:pt x="2514" y="2461171"/>
                </a:lnTo>
                <a:lnTo>
                  <a:pt x="0" y="2473579"/>
                </a:lnTo>
                <a:lnTo>
                  <a:pt x="0" y="2498102"/>
                </a:lnTo>
                <a:lnTo>
                  <a:pt x="2514" y="2510510"/>
                </a:lnTo>
                <a:lnTo>
                  <a:pt x="9334" y="2520645"/>
                </a:lnTo>
                <a:lnTo>
                  <a:pt x="19469" y="2527477"/>
                </a:lnTo>
                <a:lnTo>
                  <a:pt x="31877" y="2529979"/>
                </a:lnTo>
                <a:lnTo>
                  <a:pt x="44284" y="2527477"/>
                </a:lnTo>
                <a:lnTo>
                  <a:pt x="54419" y="2520645"/>
                </a:lnTo>
                <a:lnTo>
                  <a:pt x="61239" y="2510510"/>
                </a:lnTo>
                <a:lnTo>
                  <a:pt x="63754" y="2498102"/>
                </a:lnTo>
                <a:lnTo>
                  <a:pt x="63754" y="2473579"/>
                </a:lnTo>
                <a:close/>
              </a:path>
              <a:path w="3602354" h="3602354" extrusionOk="0">
                <a:moveTo>
                  <a:pt x="63754" y="2203843"/>
                </a:moveTo>
                <a:lnTo>
                  <a:pt x="61239" y="2191435"/>
                </a:lnTo>
                <a:lnTo>
                  <a:pt x="54419" y="2181301"/>
                </a:lnTo>
                <a:lnTo>
                  <a:pt x="44284" y="2174468"/>
                </a:lnTo>
                <a:lnTo>
                  <a:pt x="31877" y="2171966"/>
                </a:lnTo>
                <a:lnTo>
                  <a:pt x="19469" y="2174468"/>
                </a:lnTo>
                <a:lnTo>
                  <a:pt x="9334" y="2181301"/>
                </a:lnTo>
                <a:lnTo>
                  <a:pt x="2514" y="2191435"/>
                </a:lnTo>
                <a:lnTo>
                  <a:pt x="0" y="2203843"/>
                </a:lnTo>
                <a:lnTo>
                  <a:pt x="0" y="2228367"/>
                </a:lnTo>
                <a:lnTo>
                  <a:pt x="2514" y="2240775"/>
                </a:lnTo>
                <a:lnTo>
                  <a:pt x="9334" y="2250910"/>
                </a:lnTo>
                <a:lnTo>
                  <a:pt x="19469" y="2257742"/>
                </a:lnTo>
                <a:lnTo>
                  <a:pt x="31877" y="2260244"/>
                </a:lnTo>
                <a:lnTo>
                  <a:pt x="44284" y="2257742"/>
                </a:lnTo>
                <a:lnTo>
                  <a:pt x="54419" y="2250910"/>
                </a:lnTo>
                <a:lnTo>
                  <a:pt x="61239" y="2240775"/>
                </a:lnTo>
                <a:lnTo>
                  <a:pt x="63754" y="2228367"/>
                </a:lnTo>
                <a:lnTo>
                  <a:pt x="63754" y="2203843"/>
                </a:lnTo>
                <a:close/>
              </a:path>
              <a:path w="3602354" h="3602354" extrusionOk="0">
                <a:moveTo>
                  <a:pt x="63754" y="1934108"/>
                </a:moveTo>
                <a:lnTo>
                  <a:pt x="61239" y="1921700"/>
                </a:lnTo>
                <a:lnTo>
                  <a:pt x="54419" y="1911565"/>
                </a:lnTo>
                <a:lnTo>
                  <a:pt x="44284" y="1904733"/>
                </a:lnTo>
                <a:lnTo>
                  <a:pt x="31877" y="1902218"/>
                </a:lnTo>
                <a:lnTo>
                  <a:pt x="19469" y="1904733"/>
                </a:lnTo>
                <a:lnTo>
                  <a:pt x="9334" y="1911565"/>
                </a:lnTo>
                <a:lnTo>
                  <a:pt x="2514" y="1921700"/>
                </a:lnTo>
                <a:lnTo>
                  <a:pt x="0" y="1934108"/>
                </a:lnTo>
                <a:lnTo>
                  <a:pt x="0" y="1958632"/>
                </a:lnTo>
                <a:lnTo>
                  <a:pt x="2514" y="1971040"/>
                </a:lnTo>
                <a:lnTo>
                  <a:pt x="9334" y="1981174"/>
                </a:lnTo>
                <a:lnTo>
                  <a:pt x="19469" y="1987994"/>
                </a:lnTo>
                <a:lnTo>
                  <a:pt x="31877" y="1990509"/>
                </a:lnTo>
                <a:lnTo>
                  <a:pt x="44284" y="1987994"/>
                </a:lnTo>
                <a:lnTo>
                  <a:pt x="54419" y="1981174"/>
                </a:lnTo>
                <a:lnTo>
                  <a:pt x="61239" y="1971040"/>
                </a:lnTo>
                <a:lnTo>
                  <a:pt x="63754" y="1958632"/>
                </a:lnTo>
                <a:lnTo>
                  <a:pt x="63754" y="1934108"/>
                </a:lnTo>
                <a:close/>
              </a:path>
              <a:path w="3602354" h="3602354" extrusionOk="0">
                <a:moveTo>
                  <a:pt x="71666" y="3312274"/>
                </a:moveTo>
                <a:lnTo>
                  <a:pt x="71361" y="3299612"/>
                </a:lnTo>
                <a:lnTo>
                  <a:pt x="69735" y="3292449"/>
                </a:lnTo>
                <a:lnTo>
                  <a:pt x="68351" y="3285109"/>
                </a:lnTo>
                <a:lnTo>
                  <a:pt x="43586" y="3251695"/>
                </a:lnTo>
                <a:lnTo>
                  <a:pt x="30949" y="3251073"/>
                </a:lnTo>
                <a:lnTo>
                  <a:pt x="19050" y="3255416"/>
                </a:lnTo>
                <a:lnTo>
                  <a:pt x="10058" y="3263684"/>
                </a:lnTo>
                <a:lnTo>
                  <a:pt x="4826" y="3274733"/>
                </a:lnTo>
                <a:lnTo>
                  <a:pt x="4216" y="3287382"/>
                </a:lnTo>
                <a:lnTo>
                  <a:pt x="5283" y="3293999"/>
                </a:lnTo>
                <a:lnTo>
                  <a:pt x="20523" y="3331692"/>
                </a:lnTo>
                <a:lnTo>
                  <a:pt x="40259" y="3338563"/>
                </a:lnTo>
                <a:lnTo>
                  <a:pt x="42583" y="3338563"/>
                </a:lnTo>
                <a:lnTo>
                  <a:pt x="71666" y="3312274"/>
                </a:lnTo>
                <a:close/>
              </a:path>
              <a:path w="3602354" h="3602354" extrusionOk="0">
                <a:moveTo>
                  <a:pt x="224802" y="3525012"/>
                </a:moveTo>
                <a:lnTo>
                  <a:pt x="224307" y="3512794"/>
                </a:lnTo>
                <a:lnTo>
                  <a:pt x="219265" y="3501669"/>
                </a:lnTo>
                <a:lnTo>
                  <a:pt x="210007" y="3493020"/>
                </a:lnTo>
                <a:lnTo>
                  <a:pt x="203720" y="3489147"/>
                </a:lnTo>
                <a:lnTo>
                  <a:pt x="197510" y="3485007"/>
                </a:lnTo>
                <a:lnTo>
                  <a:pt x="191528" y="3480689"/>
                </a:lnTo>
                <a:lnTo>
                  <a:pt x="179997" y="3475469"/>
                </a:lnTo>
                <a:lnTo>
                  <a:pt x="167779" y="3475088"/>
                </a:lnTo>
                <a:lnTo>
                  <a:pt x="156311" y="3479304"/>
                </a:lnTo>
                <a:lnTo>
                  <a:pt x="147027" y="3487915"/>
                </a:lnTo>
                <a:lnTo>
                  <a:pt x="141795" y="3499447"/>
                </a:lnTo>
                <a:lnTo>
                  <a:pt x="141414" y="3511651"/>
                </a:lnTo>
                <a:lnTo>
                  <a:pt x="145643" y="3523119"/>
                </a:lnTo>
                <a:lnTo>
                  <a:pt x="176568" y="3547300"/>
                </a:lnTo>
                <a:lnTo>
                  <a:pt x="187553" y="3552050"/>
                </a:lnTo>
                <a:lnTo>
                  <a:pt x="193255" y="3552050"/>
                </a:lnTo>
                <a:lnTo>
                  <a:pt x="201168" y="3551059"/>
                </a:lnTo>
                <a:lnTo>
                  <a:pt x="208597" y="3548138"/>
                </a:lnTo>
                <a:lnTo>
                  <a:pt x="215138" y="3543376"/>
                </a:lnTo>
                <a:lnTo>
                  <a:pt x="220421" y="3536886"/>
                </a:lnTo>
                <a:lnTo>
                  <a:pt x="224802" y="3525012"/>
                </a:lnTo>
                <a:close/>
              </a:path>
              <a:path w="3602354" h="3602354" extrusionOk="0">
                <a:moveTo>
                  <a:pt x="485533" y="3570363"/>
                </a:moveTo>
                <a:lnTo>
                  <a:pt x="483019" y="3557955"/>
                </a:lnTo>
                <a:lnTo>
                  <a:pt x="476186" y="3547821"/>
                </a:lnTo>
                <a:lnTo>
                  <a:pt x="466064" y="3540988"/>
                </a:lnTo>
                <a:lnTo>
                  <a:pt x="453656" y="3538474"/>
                </a:lnTo>
                <a:lnTo>
                  <a:pt x="429133" y="3538474"/>
                </a:lnTo>
                <a:lnTo>
                  <a:pt x="416725" y="3540988"/>
                </a:lnTo>
                <a:lnTo>
                  <a:pt x="406590" y="3547821"/>
                </a:lnTo>
                <a:lnTo>
                  <a:pt x="399757" y="3557955"/>
                </a:lnTo>
                <a:lnTo>
                  <a:pt x="397243" y="3570363"/>
                </a:lnTo>
                <a:lnTo>
                  <a:pt x="399757" y="3582771"/>
                </a:lnTo>
                <a:lnTo>
                  <a:pt x="406590" y="3592906"/>
                </a:lnTo>
                <a:lnTo>
                  <a:pt x="416725" y="3599726"/>
                </a:lnTo>
                <a:lnTo>
                  <a:pt x="429133" y="3602240"/>
                </a:lnTo>
                <a:lnTo>
                  <a:pt x="453656" y="3602240"/>
                </a:lnTo>
                <a:lnTo>
                  <a:pt x="466064" y="3599726"/>
                </a:lnTo>
                <a:lnTo>
                  <a:pt x="476186" y="3592906"/>
                </a:lnTo>
                <a:lnTo>
                  <a:pt x="483019" y="3582771"/>
                </a:lnTo>
                <a:lnTo>
                  <a:pt x="485533" y="3570363"/>
                </a:lnTo>
                <a:close/>
              </a:path>
              <a:path w="3602354" h="3602354" extrusionOk="0">
                <a:moveTo>
                  <a:pt x="755269" y="3570363"/>
                </a:moveTo>
                <a:lnTo>
                  <a:pt x="752767" y="3557955"/>
                </a:lnTo>
                <a:lnTo>
                  <a:pt x="745934" y="3547821"/>
                </a:lnTo>
                <a:lnTo>
                  <a:pt x="735799" y="3540988"/>
                </a:lnTo>
                <a:lnTo>
                  <a:pt x="723379" y="3538474"/>
                </a:lnTo>
                <a:lnTo>
                  <a:pt x="698868" y="3538474"/>
                </a:lnTo>
                <a:lnTo>
                  <a:pt x="686460" y="3540988"/>
                </a:lnTo>
                <a:lnTo>
                  <a:pt x="676325" y="3547821"/>
                </a:lnTo>
                <a:lnTo>
                  <a:pt x="669493" y="3557955"/>
                </a:lnTo>
                <a:lnTo>
                  <a:pt x="666991" y="3570363"/>
                </a:lnTo>
                <a:lnTo>
                  <a:pt x="669493" y="3582771"/>
                </a:lnTo>
                <a:lnTo>
                  <a:pt x="676325" y="3592906"/>
                </a:lnTo>
                <a:lnTo>
                  <a:pt x="686460" y="3599726"/>
                </a:lnTo>
                <a:lnTo>
                  <a:pt x="698868" y="3602240"/>
                </a:lnTo>
                <a:lnTo>
                  <a:pt x="723379" y="3602240"/>
                </a:lnTo>
                <a:lnTo>
                  <a:pt x="735799" y="3599726"/>
                </a:lnTo>
                <a:lnTo>
                  <a:pt x="745934" y="3592906"/>
                </a:lnTo>
                <a:lnTo>
                  <a:pt x="752767" y="3582771"/>
                </a:lnTo>
                <a:lnTo>
                  <a:pt x="755269" y="3570363"/>
                </a:lnTo>
                <a:close/>
              </a:path>
              <a:path w="3602354" h="3602354" extrusionOk="0">
                <a:moveTo>
                  <a:pt x="1025004" y="3570363"/>
                </a:moveTo>
                <a:lnTo>
                  <a:pt x="1022502" y="3557955"/>
                </a:lnTo>
                <a:lnTo>
                  <a:pt x="1015669" y="3547821"/>
                </a:lnTo>
                <a:lnTo>
                  <a:pt x="1005535" y="3540988"/>
                </a:lnTo>
                <a:lnTo>
                  <a:pt x="993127" y="3538474"/>
                </a:lnTo>
                <a:lnTo>
                  <a:pt x="968603" y="3538474"/>
                </a:lnTo>
                <a:lnTo>
                  <a:pt x="956195" y="3540988"/>
                </a:lnTo>
                <a:lnTo>
                  <a:pt x="946061" y="3547821"/>
                </a:lnTo>
                <a:lnTo>
                  <a:pt x="939228" y="3557955"/>
                </a:lnTo>
                <a:lnTo>
                  <a:pt x="936726" y="3570363"/>
                </a:lnTo>
                <a:lnTo>
                  <a:pt x="939228" y="3582771"/>
                </a:lnTo>
                <a:lnTo>
                  <a:pt x="946061" y="3592906"/>
                </a:lnTo>
                <a:lnTo>
                  <a:pt x="956195" y="3599726"/>
                </a:lnTo>
                <a:lnTo>
                  <a:pt x="968603" y="3602240"/>
                </a:lnTo>
                <a:lnTo>
                  <a:pt x="993127" y="3602240"/>
                </a:lnTo>
                <a:lnTo>
                  <a:pt x="1005535" y="3599726"/>
                </a:lnTo>
                <a:lnTo>
                  <a:pt x="1015669" y="3592906"/>
                </a:lnTo>
                <a:lnTo>
                  <a:pt x="1022502" y="3582771"/>
                </a:lnTo>
                <a:lnTo>
                  <a:pt x="1025004" y="3570363"/>
                </a:lnTo>
                <a:close/>
              </a:path>
              <a:path w="3602354" h="3602354" extrusionOk="0">
                <a:moveTo>
                  <a:pt x="1294752" y="3570363"/>
                </a:moveTo>
                <a:lnTo>
                  <a:pt x="1292250" y="3557955"/>
                </a:lnTo>
                <a:lnTo>
                  <a:pt x="1285417" y="3547821"/>
                </a:lnTo>
                <a:lnTo>
                  <a:pt x="1275283" y="3540988"/>
                </a:lnTo>
                <a:lnTo>
                  <a:pt x="1262862" y="3538474"/>
                </a:lnTo>
                <a:lnTo>
                  <a:pt x="1238338" y="3538474"/>
                </a:lnTo>
                <a:lnTo>
                  <a:pt x="1225931" y="3540988"/>
                </a:lnTo>
                <a:lnTo>
                  <a:pt x="1215809" y="3547821"/>
                </a:lnTo>
                <a:lnTo>
                  <a:pt x="1208976" y="3557955"/>
                </a:lnTo>
                <a:lnTo>
                  <a:pt x="1206474" y="3570363"/>
                </a:lnTo>
                <a:lnTo>
                  <a:pt x="1208976" y="3582771"/>
                </a:lnTo>
                <a:lnTo>
                  <a:pt x="1215809" y="3592906"/>
                </a:lnTo>
                <a:lnTo>
                  <a:pt x="1225931" y="3599726"/>
                </a:lnTo>
                <a:lnTo>
                  <a:pt x="1238338" y="3602240"/>
                </a:lnTo>
                <a:lnTo>
                  <a:pt x="1262862" y="3602240"/>
                </a:lnTo>
                <a:lnTo>
                  <a:pt x="1275283" y="3599726"/>
                </a:lnTo>
                <a:lnTo>
                  <a:pt x="1285417" y="3592906"/>
                </a:lnTo>
                <a:lnTo>
                  <a:pt x="1292250" y="3582771"/>
                </a:lnTo>
                <a:lnTo>
                  <a:pt x="1294752" y="3570363"/>
                </a:lnTo>
                <a:close/>
              </a:path>
              <a:path w="3602354" h="3602354" extrusionOk="0">
                <a:moveTo>
                  <a:pt x="1564474" y="3570363"/>
                </a:moveTo>
                <a:lnTo>
                  <a:pt x="1561973" y="3557955"/>
                </a:lnTo>
                <a:lnTo>
                  <a:pt x="1555140" y="3547821"/>
                </a:lnTo>
                <a:lnTo>
                  <a:pt x="1545005" y="3540988"/>
                </a:lnTo>
                <a:lnTo>
                  <a:pt x="1532610" y="3538474"/>
                </a:lnTo>
                <a:lnTo>
                  <a:pt x="1508086" y="3538474"/>
                </a:lnTo>
                <a:lnTo>
                  <a:pt x="1495679" y="3540988"/>
                </a:lnTo>
                <a:lnTo>
                  <a:pt x="1485544" y="3547821"/>
                </a:lnTo>
                <a:lnTo>
                  <a:pt x="1478711" y="3557955"/>
                </a:lnTo>
                <a:lnTo>
                  <a:pt x="1476209" y="3570363"/>
                </a:lnTo>
                <a:lnTo>
                  <a:pt x="1478711" y="3582771"/>
                </a:lnTo>
                <a:lnTo>
                  <a:pt x="1485544" y="3592906"/>
                </a:lnTo>
                <a:lnTo>
                  <a:pt x="1495679" y="3599726"/>
                </a:lnTo>
                <a:lnTo>
                  <a:pt x="1508086" y="3602240"/>
                </a:lnTo>
                <a:lnTo>
                  <a:pt x="1532610" y="3602240"/>
                </a:lnTo>
                <a:lnTo>
                  <a:pt x="1545005" y="3599726"/>
                </a:lnTo>
                <a:lnTo>
                  <a:pt x="1555140" y="3592906"/>
                </a:lnTo>
                <a:lnTo>
                  <a:pt x="1561973" y="3582771"/>
                </a:lnTo>
                <a:lnTo>
                  <a:pt x="1564474" y="3570363"/>
                </a:lnTo>
                <a:close/>
              </a:path>
              <a:path w="3602354" h="3602354" extrusionOk="0">
                <a:moveTo>
                  <a:pt x="3602240" y="368452"/>
                </a:moveTo>
                <a:lnTo>
                  <a:pt x="3599370" y="322300"/>
                </a:lnTo>
                <a:lnTo>
                  <a:pt x="3590975" y="277837"/>
                </a:lnTo>
                <a:lnTo>
                  <a:pt x="3577399" y="235419"/>
                </a:lnTo>
                <a:lnTo>
                  <a:pt x="3559010" y="195389"/>
                </a:lnTo>
                <a:lnTo>
                  <a:pt x="3536137" y="158089"/>
                </a:lnTo>
                <a:lnTo>
                  <a:pt x="3509137" y="123875"/>
                </a:lnTo>
                <a:lnTo>
                  <a:pt x="3478365" y="93103"/>
                </a:lnTo>
                <a:lnTo>
                  <a:pt x="3444151" y="66103"/>
                </a:lnTo>
                <a:lnTo>
                  <a:pt x="3406851" y="43230"/>
                </a:lnTo>
                <a:lnTo>
                  <a:pt x="3366820" y="24841"/>
                </a:lnTo>
                <a:lnTo>
                  <a:pt x="3324402" y="11277"/>
                </a:lnTo>
                <a:lnTo>
                  <a:pt x="3279940" y="2882"/>
                </a:lnTo>
                <a:lnTo>
                  <a:pt x="3233788" y="0"/>
                </a:lnTo>
                <a:lnTo>
                  <a:pt x="370903" y="0"/>
                </a:lnTo>
                <a:lnTo>
                  <a:pt x="324751" y="2882"/>
                </a:lnTo>
                <a:lnTo>
                  <a:pt x="280289" y="11277"/>
                </a:lnTo>
                <a:lnTo>
                  <a:pt x="237871" y="24841"/>
                </a:lnTo>
                <a:lnTo>
                  <a:pt x="197840" y="43230"/>
                </a:lnTo>
                <a:lnTo>
                  <a:pt x="160540" y="66103"/>
                </a:lnTo>
                <a:lnTo>
                  <a:pt x="126326" y="93103"/>
                </a:lnTo>
                <a:lnTo>
                  <a:pt x="95554" y="123875"/>
                </a:lnTo>
                <a:lnTo>
                  <a:pt x="68554" y="158089"/>
                </a:lnTo>
                <a:lnTo>
                  <a:pt x="45681" y="195389"/>
                </a:lnTo>
                <a:lnTo>
                  <a:pt x="27292" y="235419"/>
                </a:lnTo>
                <a:lnTo>
                  <a:pt x="13716" y="277837"/>
                </a:lnTo>
                <a:lnTo>
                  <a:pt x="5321" y="322300"/>
                </a:lnTo>
                <a:lnTo>
                  <a:pt x="2451" y="368452"/>
                </a:lnTo>
                <a:lnTo>
                  <a:pt x="2451" y="1799894"/>
                </a:lnTo>
                <a:lnTo>
                  <a:pt x="4762" y="1811350"/>
                </a:lnTo>
                <a:lnTo>
                  <a:pt x="11074" y="1820697"/>
                </a:lnTo>
                <a:lnTo>
                  <a:pt x="20421" y="1827009"/>
                </a:lnTo>
                <a:lnTo>
                  <a:pt x="31877" y="1829320"/>
                </a:lnTo>
                <a:lnTo>
                  <a:pt x="43332" y="1827009"/>
                </a:lnTo>
                <a:lnTo>
                  <a:pt x="52679" y="1820697"/>
                </a:lnTo>
                <a:lnTo>
                  <a:pt x="58991" y="1811350"/>
                </a:lnTo>
                <a:lnTo>
                  <a:pt x="61302" y="1799894"/>
                </a:lnTo>
                <a:lnTo>
                  <a:pt x="61302" y="368452"/>
                </a:lnTo>
                <a:lnTo>
                  <a:pt x="64668" y="322757"/>
                </a:lnTo>
                <a:lnTo>
                  <a:pt x="74434" y="279133"/>
                </a:lnTo>
                <a:lnTo>
                  <a:pt x="90119" y="238048"/>
                </a:lnTo>
                <a:lnTo>
                  <a:pt x="111252" y="199986"/>
                </a:lnTo>
                <a:lnTo>
                  <a:pt x="137337" y="165442"/>
                </a:lnTo>
                <a:lnTo>
                  <a:pt x="167894" y="134874"/>
                </a:lnTo>
                <a:lnTo>
                  <a:pt x="202438" y="108800"/>
                </a:lnTo>
                <a:lnTo>
                  <a:pt x="240499" y="87668"/>
                </a:lnTo>
                <a:lnTo>
                  <a:pt x="281584" y="71983"/>
                </a:lnTo>
                <a:lnTo>
                  <a:pt x="325221" y="62204"/>
                </a:lnTo>
                <a:lnTo>
                  <a:pt x="370903" y="58851"/>
                </a:lnTo>
                <a:lnTo>
                  <a:pt x="3233788" y="58851"/>
                </a:lnTo>
                <a:lnTo>
                  <a:pt x="3279470" y="62204"/>
                </a:lnTo>
                <a:lnTo>
                  <a:pt x="3323094" y="71983"/>
                </a:lnTo>
                <a:lnTo>
                  <a:pt x="3364192" y="87668"/>
                </a:lnTo>
                <a:lnTo>
                  <a:pt x="3402241" y="108800"/>
                </a:lnTo>
                <a:lnTo>
                  <a:pt x="3436797" y="134874"/>
                </a:lnTo>
                <a:lnTo>
                  <a:pt x="3467354" y="165442"/>
                </a:lnTo>
                <a:lnTo>
                  <a:pt x="3493439" y="199986"/>
                </a:lnTo>
                <a:lnTo>
                  <a:pt x="3514572" y="238048"/>
                </a:lnTo>
                <a:lnTo>
                  <a:pt x="3530257" y="279133"/>
                </a:lnTo>
                <a:lnTo>
                  <a:pt x="3540023" y="322757"/>
                </a:lnTo>
                <a:lnTo>
                  <a:pt x="3543389" y="368452"/>
                </a:lnTo>
                <a:lnTo>
                  <a:pt x="3543389" y="3231324"/>
                </a:lnTo>
                <a:lnTo>
                  <a:pt x="3540023" y="3277019"/>
                </a:lnTo>
                <a:lnTo>
                  <a:pt x="3530257" y="3320643"/>
                </a:lnTo>
                <a:lnTo>
                  <a:pt x="3514572" y="3361728"/>
                </a:lnTo>
                <a:lnTo>
                  <a:pt x="3493439" y="3399790"/>
                </a:lnTo>
                <a:lnTo>
                  <a:pt x="3467354" y="3434334"/>
                </a:lnTo>
                <a:lnTo>
                  <a:pt x="3436797" y="3464903"/>
                </a:lnTo>
                <a:lnTo>
                  <a:pt x="3402241" y="3490988"/>
                </a:lnTo>
                <a:lnTo>
                  <a:pt x="3364192" y="3512108"/>
                </a:lnTo>
                <a:lnTo>
                  <a:pt x="3323094" y="3527806"/>
                </a:lnTo>
                <a:lnTo>
                  <a:pt x="3279470" y="3537572"/>
                </a:lnTo>
                <a:lnTo>
                  <a:pt x="3233788" y="3540925"/>
                </a:lnTo>
                <a:lnTo>
                  <a:pt x="1814436" y="3540925"/>
                </a:lnTo>
                <a:lnTo>
                  <a:pt x="1802345" y="3538474"/>
                </a:lnTo>
                <a:lnTo>
                  <a:pt x="1777822" y="3538474"/>
                </a:lnTo>
                <a:lnTo>
                  <a:pt x="1765414" y="3540988"/>
                </a:lnTo>
                <a:lnTo>
                  <a:pt x="1755292" y="3547821"/>
                </a:lnTo>
                <a:lnTo>
                  <a:pt x="1748459" y="3557955"/>
                </a:lnTo>
                <a:lnTo>
                  <a:pt x="1745945" y="3570363"/>
                </a:lnTo>
                <a:lnTo>
                  <a:pt x="1748459" y="3582771"/>
                </a:lnTo>
                <a:lnTo>
                  <a:pt x="1755292" y="3592906"/>
                </a:lnTo>
                <a:lnTo>
                  <a:pt x="1765414" y="3599726"/>
                </a:lnTo>
                <a:lnTo>
                  <a:pt x="1777822" y="3602240"/>
                </a:lnTo>
                <a:lnTo>
                  <a:pt x="1802345" y="3602240"/>
                </a:lnTo>
                <a:lnTo>
                  <a:pt x="1814436" y="3599789"/>
                </a:lnTo>
                <a:lnTo>
                  <a:pt x="3233788" y="3599789"/>
                </a:lnTo>
                <a:lnTo>
                  <a:pt x="3279940" y="3596906"/>
                </a:lnTo>
                <a:lnTo>
                  <a:pt x="3324402" y="3588512"/>
                </a:lnTo>
                <a:lnTo>
                  <a:pt x="3366820" y="3574948"/>
                </a:lnTo>
                <a:lnTo>
                  <a:pt x="3406851" y="3556546"/>
                </a:lnTo>
                <a:lnTo>
                  <a:pt x="3444151" y="3533686"/>
                </a:lnTo>
                <a:lnTo>
                  <a:pt x="3478365" y="3506686"/>
                </a:lnTo>
                <a:lnTo>
                  <a:pt x="3509137" y="3475901"/>
                </a:lnTo>
                <a:lnTo>
                  <a:pt x="3536137" y="3441687"/>
                </a:lnTo>
                <a:lnTo>
                  <a:pt x="3559010" y="3404400"/>
                </a:lnTo>
                <a:lnTo>
                  <a:pt x="3577399" y="3364369"/>
                </a:lnTo>
                <a:lnTo>
                  <a:pt x="3590975" y="3321939"/>
                </a:lnTo>
                <a:lnTo>
                  <a:pt x="3599370" y="3277476"/>
                </a:lnTo>
                <a:lnTo>
                  <a:pt x="3602240" y="3231324"/>
                </a:lnTo>
                <a:lnTo>
                  <a:pt x="3602240" y="368452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4" name="Google Shape;724;p28"/>
          <p:cNvSpPr txBox="1">
            <a:spLocks noGrp="1"/>
          </p:cNvSpPr>
          <p:nvPr>
            <p:ph type="body" idx="9"/>
          </p:nvPr>
        </p:nvSpPr>
        <p:spPr>
          <a:xfrm flipH="1">
            <a:off x="1686342" y="7248197"/>
            <a:ext cx="232600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5" name="Google Shape;725;p28"/>
          <p:cNvSpPr txBox="1">
            <a:spLocks noGrp="1"/>
          </p:cNvSpPr>
          <p:nvPr>
            <p:ph type="body" idx="13"/>
          </p:nvPr>
        </p:nvSpPr>
        <p:spPr>
          <a:xfrm>
            <a:off x="1632369" y="8517494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6" name="Google Shape;726;p28"/>
          <p:cNvSpPr txBox="1">
            <a:spLocks noGrp="1"/>
          </p:cNvSpPr>
          <p:nvPr>
            <p:ph type="body" idx="14"/>
          </p:nvPr>
        </p:nvSpPr>
        <p:spPr>
          <a:xfrm>
            <a:off x="4924842" y="7223753"/>
            <a:ext cx="40826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7" name="Google Shape;727;p28"/>
          <p:cNvSpPr txBox="1">
            <a:spLocks noGrp="1"/>
          </p:cNvSpPr>
          <p:nvPr>
            <p:ph type="body" idx="15"/>
          </p:nvPr>
        </p:nvSpPr>
        <p:spPr>
          <a:xfrm>
            <a:off x="4924843" y="7756953"/>
            <a:ext cx="4082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11431030" y="6803989"/>
            <a:ext cx="3021330" cy="3021330"/>
          </a:xfrm>
          <a:custGeom>
            <a:avLst/>
            <a:gdLst/>
            <a:ahLst/>
            <a:cxnLst/>
            <a:rect l="l" t="t" r="r" b="b"/>
            <a:pathLst>
              <a:path w="3021329" h="3021329" extrusionOk="0">
                <a:moveTo>
                  <a:pt x="2806521" y="0"/>
                </a:moveTo>
                <a:lnTo>
                  <a:pt x="214558" y="0"/>
                </a:lnTo>
                <a:lnTo>
                  <a:pt x="165362" y="5666"/>
                </a:lnTo>
                <a:lnTo>
                  <a:pt x="120200" y="21807"/>
                </a:lnTo>
                <a:lnTo>
                  <a:pt x="80362" y="47135"/>
                </a:lnTo>
                <a:lnTo>
                  <a:pt x="47135" y="80362"/>
                </a:lnTo>
                <a:lnTo>
                  <a:pt x="21807" y="120200"/>
                </a:lnTo>
                <a:lnTo>
                  <a:pt x="5666" y="165362"/>
                </a:lnTo>
                <a:lnTo>
                  <a:pt x="0" y="214558"/>
                </a:lnTo>
                <a:lnTo>
                  <a:pt x="0" y="2806521"/>
                </a:lnTo>
                <a:lnTo>
                  <a:pt x="5666" y="2855718"/>
                </a:lnTo>
                <a:lnTo>
                  <a:pt x="21807" y="2900880"/>
                </a:lnTo>
                <a:lnTo>
                  <a:pt x="47135" y="2940718"/>
                </a:lnTo>
                <a:lnTo>
                  <a:pt x="80362" y="2973945"/>
                </a:lnTo>
                <a:lnTo>
                  <a:pt x="120200" y="2999273"/>
                </a:lnTo>
                <a:lnTo>
                  <a:pt x="165362" y="3015414"/>
                </a:lnTo>
                <a:lnTo>
                  <a:pt x="214558" y="3021080"/>
                </a:lnTo>
                <a:lnTo>
                  <a:pt x="2806521" y="3021080"/>
                </a:lnTo>
                <a:lnTo>
                  <a:pt x="2855718" y="3015414"/>
                </a:lnTo>
                <a:lnTo>
                  <a:pt x="2900880" y="2999273"/>
                </a:lnTo>
                <a:lnTo>
                  <a:pt x="2940718" y="2973945"/>
                </a:lnTo>
                <a:lnTo>
                  <a:pt x="2973945" y="2940718"/>
                </a:lnTo>
                <a:lnTo>
                  <a:pt x="2999273" y="2900880"/>
                </a:lnTo>
                <a:lnTo>
                  <a:pt x="3015414" y="2855718"/>
                </a:lnTo>
                <a:lnTo>
                  <a:pt x="3021080" y="2806521"/>
                </a:lnTo>
                <a:lnTo>
                  <a:pt x="3021080" y="214558"/>
                </a:lnTo>
                <a:lnTo>
                  <a:pt x="3015414" y="165362"/>
                </a:lnTo>
                <a:lnTo>
                  <a:pt x="2999273" y="120200"/>
                </a:lnTo>
                <a:lnTo>
                  <a:pt x="2973945" y="80362"/>
                </a:lnTo>
                <a:lnTo>
                  <a:pt x="2940718" y="47135"/>
                </a:lnTo>
                <a:lnTo>
                  <a:pt x="2900880" y="21807"/>
                </a:lnTo>
                <a:lnTo>
                  <a:pt x="2855718" y="5666"/>
                </a:lnTo>
                <a:lnTo>
                  <a:pt x="2806521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9" name="Google Shape;729;p28"/>
          <p:cNvSpPr/>
          <p:nvPr/>
        </p:nvSpPr>
        <p:spPr>
          <a:xfrm>
            <a:off x="11140518" y="6514646"/>
            <a:ext cx="3602354" cy="3602354"/>
          </a:xfrm>
          <a:custGeom>
            <a:avLst/>
            <a:gdLst/>
            <a:ahLst/>
            <a:cxnLst/>
            <a:rect l="l" t="t" r="r" b="b"/>
            <a:pathLst>
              <a:path w="3602354" h="3602354" extrusionOk="0">
                <a:moveTo>
                  <a:pt x="63754" y="3013062"/>
                </a:moveTo>
                <a:lnTo>
                  <a:pt x="61239" y="3000654"/>
                </a:lnTo>
                <a:lnTo>
                  <a:pt x="54419" y="2990519"/>
                </a:lnTo>
                <a:lnTo>
                  <a:pt x="44284" y="2983687"/>
                </a:lnTo>
                <a:lnTo>
                  <a:pt x="31877" y="2981185"/>
                </a:lnTo>
                <a:lnTo>
                  <a:pt x="19469" y="2983687"/>
                </a:lnTo>
                <a:lnTo>
                  <a:pt x="9334" y="2990519"/>
                </a:lnTo>
                <a:lnTo>
                  <a:pt x="2514" y="3000654"/>
                </a:lnTo>
                <a:lnTo>
                  <a:pt x="0" y="3013062"/>
                </a:lnTo>
                <a:lnTo>
                  <a:pt x="0" y="3037586"/>
                </a:lnTo>
                <a:lnTo>
                  <a:pt x="2514" y="3049994"/>
                </a:lnTo>
                <a:lnTo>
                  <a:pt x="9334" y="3060115"/>
                </a:lnTo>
                <a:lnTo>
                  <a:pt x="19469" y="3066948"/>
                </a:lnTo>
                <a:lnTo>
                  <a:pt x="31877" y="3069450"/>
                </a:lnTo>
                <a:lnTo>
                  <a:pt x="44284" y="3066948"/>
                </a:lnTo>
                <a:lnTo>
                  <a:pt x="54419" y="3060115"/>
                </a:lnTo>
                <a:lnTo>
                  <a:pt x="61239" y="3049994"/>
                </a:lnTo>
                <a:lnTo>
                  <a:pt x="63754" y="3037586"/>
                </a:lnTo>
                <a:lnTo>
                  <a:pt x="63754" y="3013062"/>
                </a:lnTo>
                <a:close/>
              </a:path>
              <a:path w="3602354" h="3602354" extrusionOk="0">
                <a:moveTo>
                  <a:pt x="63754" y="2743314"/>
                </a:moveTo>
                <a:lnTo>
                  <a:pt x="61239" y="2730919"/>
                </a:lnTo>
                <a:lnTo>
                  <a:pt x="54419" y="2720784"/>
                </a:lnTo>
                <a:lnTo>
                  <a:pt x="44284" y="2713952"/>
                </a:lnTo>
                <a:lnTo>
                  <a:pt x="31877" y="2711450"/>
                </a:lnTo>
                <a:lnTo>
                  <a:pt x="19469" y="2713952"/>
                </a:lnTo>
                <a:lnTo>
                  <a:pt x="9334" y="2720784"/>
                </a:lnTo>
                <a:lnTo>
                  <a:pt x="2514" y="2730919"/>
                </a:lnTo>
                <a:lnTo>
                  <a:pt x="0" y="2743314"/>
                </a:lnTo>
                <a:lnTo>
                  <a:pt x="0" y="2767838"/>
                </a:lnTo>
                <a:lnTo>
                  <a:pt x="2514" y="2780246"/>
                </a:lnTo>
                <a:lnTo>
                  <a:pt x="9334" y="2790380"/>
                </a:lnTo>
                <a:lnTo>
                  <a:pt x="19469" y="2797225"/>
                </a:lnTo>
                <a:lnTo>
                  <a:pt x="31877" y="2799727"/>
                </a:lnTo>
                <a:lnTo>
                  <a:pt x="44284" y="2797225"/>
                </a:lnTo>
                <a:lnTo>
                  <a:pt x="54419" y="2790380"/>
                </a:lnTo>
                <a:lnTo>
                  <a:pt x="61239" y="2780246"/>
                </a:lnTo>
                <a:lnTo>
                  <a:pt x="63754" y="2767838"/>
                </a:lnTo>
                <a:lnTo>
                  <a:pt x="63754" y="2743314"/>
                </a:lnTo>
                <a:close/>
              </a:path>
              <a:path w="3602354" h="3602354" extrusionOk="0">
                <a:moveTo>
                  <a:pt x="63754" y="2473579"/>
                </a:moveTo>
                <a:lnTo>
                  <a:pt x="61239" y="2461171"/>
                </a:lnTo>
                <a:lnTo>
                  <a:pt x="54419" y="2451036"/>
                </a:lnTo>
                <a:lnTo>
                  <a:pt x="44284" y="2444216"/>
                </a:lnTo>
                <a:lnTo>
                  <a:pt x="31877" y="2441702"/>
                </a:lnTo>
                <a:lnTo>
                  <a:pt x="19469" y="2444216"/>
                </a:lnTo>
                <a:lnTo>
                  <a:pt x="9334" y="2451036"/>
                </a:lnTo>
                <a:lnTo>
                  <a:pt x="2514" y="2461171"/>
                </a:lnTo>
                <a:lnTo>
                  <a:pt x="0" y="2473579"/>
                </a:lnTo>
                <a:lnTo>
                  <a:pt x="0" y="2498102"/>
                </a:lnTo>
                <a:lnTo>
                  <a:pt x="2514" y="2510510"/>
                </a:lnTo>
                <a:lnTo>
                  <a:pt x="9334" y="2520645"/>
                </a:lnTo>
                <a:lnTo>
                  <a:pt x="19469" y="2527477"/>
                </a:lnTo>
                <a:lnTo>
                  <a:pt x="31877" y="2529979"/>
                </a:lnTo>
                <a:lnTo>
                  <a:pt x="44284" y="2527477"/>
                </a:lnTo>
                <a:lnTo>
                  <a:pt x="54419" y="2520645"/>
                </a:lnTo>
                <a:lnTo>
                  <a:pt x="61239" y="2510510"/>
                </a:lnTo>
                <a:lnTo>
                  <a:pt x="63754" y="2498102"/>
                </a:lnTo>
                <a:lnTo>
                  <a:pt x="63754" y="2473579"/>
                </a:lnTo>
                <a:close/>
              </a:path>
              <a:path w="3602354" h="3602354" extrusionOk="0">
                <a:moveTo>
                  <a:pt x="63754" y="2203843"/>
                </a:moveTo>
                <a:lnTo>
                  <a:pt x="61239" y="2191435"/>
                </a:lnTo>
                <a:lnTo>
                  <a:pt x="54419" y="2181301"/>
                </a:lnTo>
                <a:lnTo>
                  <a:pt x="44284" y="2174468"/>
                </a:lnTo>
                <a:lnTo>
                  <a:pt x="31877" y="2171966"/>
                </a:lnTo>
                <a:lnTo>
                  <a:pt x="19469" y="2174468"/>
                </a:lnTo>
                <a:lnTo>
                  <a:pt x="9334" y="2181301"/>
                </a:lnTo>
                <a:lnTo>
                  <a:pt x="2514" y="2191435"/>
                </a:lnTo>
                <a:lnTo>
                  <a:pt x="0" y="2203843"/>
                </a:lnTo>
                <a:lnTo>
                  <a:pt x="0" y="2228367"/>
                </a:lnTo>
                <a:lnTo>
                  <a:pt x="2514" y="2240775"/>
                </a:lnTo>
                <a:lnTo>
                  <a:pt x="9334" y="2250910"/>
                </a:lnTo>
                <a:lnTo>
                  <a:pt x="19469" y="2257742"/>
                </a:lnTo>
                <a:lnTo>
                  <a:pt x="31877" y="2260244"/>
                </a:lnTo>
                <a:lnTo>
                  <a:pt x="44284" y="2257742"/>
                </a:lnTo>
                <a:lnTo>
                  <a:pt x="54419" y="2250910"/>
                </a:lnTo>
                <a:lnTo>
                  <a:pt x="61239" y="2240775"/>
                </a:lnTo>
                <a:lnTo>
                  <a:pt x="63754" y="2228367"/>
                </a:lnTo>
                <a:lnTo>
                  <a:pt x="63754" y="2203843"/>
                </a:lnTo>
                <a:close/>
              </a:path>
              <a:path w="3602354" h="3602354" extrusionOk="0">
                <a:moveTo>
                  <a:pt x="63754" y="1934108"/>
                </a:moveTo>
                <a:lnTo>
                  <a:pt x="61239" y="1921700"/>
                </a:lnTo>
                <a:lnTo>
                  <a:pt x="54419" y="1911565"/>
                </a:lnTo>
                <a:lnTo>
                  <a:pt x="44284" y="1904733"/>
                </a:lnTo>
                <a:lnTo>
                  <a:pt x="31877" y="1902218"/>
                </a:lnTo>
                <a:lnTo>
                  <a:pt x="19469" y="1904733"/>
                </a:lnTo>
                <a:lnTo>
                  <a:pt x="9334" y="1911565"/>
                </a:lnTo>
                <a:lnTo>
                  <a:pt x="2514" y="1921700"/>
                </a:lnTo>
                <a:lnTo>
                  <a:pt x="0" y="1934108"/>
                </a:lnTo>
                <a:lnTo>
                  <a:pt x="0" y="1958632"/>
                </a:lnTo>
                <a:lnTo>
                  <a:pt x="2514" y="1971040"/>
                </a:lnTo>
                <a:lnTo>
                  <a:pt x="9334" y="1981174"/>
                </a:lnTo>
                <a:lnTo>
                  <a:pt x="19469" y="1987994"/>
                </a:lnTo>
                <a:lnTo>
                  <a:pt x="31877" y="1990509"/>
                </a:lnTo>
                <a:lnTo>
                  <a:pt x="44284" y="1987994"/>
                </a:lnTo>
                <a:lnTo>
                  <a:pt x="54419" y="1981174"/>
                </a:lnTo>
                <a:lnTo>
                  <a:pt x="61239" y="1971040"/>
                </a:lnTo>
                <a:lnTo>
                  <a:pt x="63754" y="1958632"/>
                </a:lnTo>
                <a:lnTo>
                  <a:pt x="63754" y="1934108"/>
                </a:lnTo>
                <a:close/>
              </a:path>
              <a:path w="3602354" h="3602354" extrusionOk="0">
                <a:moveTo>
                  <a:pt x="71666" y="3312274"/>
                </a:moveTo>
                <a:lnTo>
                  <a:pt x="71361" y="3299612"/>
                </a:lnTo>
                <a:lnTo>
                  <a:pt x="69735" y="3292449"/>
                </a:lnTo>
                <a:lnTo>
                  <a:pt x="68351" y="3285109"/>
                </a:lnTo>
                <a:lnTo>
                  <a:pt x="43586" y="3251695"/>
                </a:lnTo>
                <a:lnTo>
                  <a:pt x="30949" y="3251073"/>
                </a:lnTo>
                <a:lnTo>
                  <a:pt x="19050" y="3255416"/>
                </a:lnTo>
                <a:lnTo>
                  <a:pt x="10058" y="3263684"/>
                </a:lnTo>
                <a:lnTo>
                  <a:pt x="4826" y="3274733"/>
                </a:lnTo>
                <a:lnTo>
                  <a:pt x="4216" y="3287382"/>
                </a:lnTo>
                <a:lnTo>
                  <a:pt x="5283" y="3293999"/>
                </a:lnTo>
                <a:lnTo>
                  <a:pt x="20523" y="3331692"/>
                </a:lnTo>
                <a:lnTo>
                  <a:pt x="40259" y="3338563"/>
                </a:lnTo>
                <a:lnTo>
                  <a:pt x="42583" y="3338563"/>
                </a:lnTo>
                <a:lnTo>
                  <a:pt x="71666" y="3312274"/>
                </a:lnTo>
                <a:close/>
              </a:path>
              <a:path w="3602354" h="3602354" extrusionOk="0">
                <a:moveTo>
                  <a:pt x="224802" y="3525012"/>
                </a:moveTo>
                <a:lnTo>
                  <a:pt x="224307" y="3512794"/>
                </a:lnTo>
                <a:lnTo>
                  <a:pt x="219265" y="3501669"/>
                </a:lnTo>
                <a:lnTo>
                  <a:pt x="210007" y="3493020"/>
                </a:lnTo>
                <a:lnTo>
                  <a:pt x="203720" y="3489147"/>
                </a:lnTo>
                <a:lnTo>
                  <a:pt x="197510" y="3485007"/>
                </a:lnTo>
                <a:lnTo>
                  <a:pt x="191528" y="3480689"/>
                </a:lnTo>
                <a:lnTo>
                  <a:pt x="179997" y="3475469"/>
                </a:lnTo>
                <a:lnTo>
                  <a:pt x="167779" y="3475088"/>
                </a:lnTo>
                <a:lnTo>
                  <a:pt x="156311" y="3479304"/>
                </a:lnTo>
                <a:lnTo>
                  <a:pt x="147027" y="3487915"/>
                </a:lnTo>
                <a:lnTo>
                  <a:pt x="141795" y="3499447"/>
                </a:lnTo>
                <a:lnTo>
                  <a:pt x="141414" y="3511651"/>
                </a:lnTo>
                <a:lnTo>
                  <a:pt x="145643" y="3523119"/>
                </a:lnTo>
                <a:lnTo>
                  <a:pt x="176568" y="3547300"/>
                </a:lnTo>
                <a:lnTo>
                  <a:pt x="187553" y="3552050"/>
                </a:lnTo>
                <a:lnTo>
                  <a:pt x="193255" y="3552050"/>
                </a:lnTo>
                <a:lnTo>
                  <a:pt x="201168" y="3551059"/>
                </a:lnTo>
                <a:lnTo>
                  <a:pt x="208597" y="3548138"/>
                </a:lnTo>
                <a:lnTo>
                  <a:pt x="215138" y="3543376"/>
                </a:lnTo>
                <a:lnTo>
                  <a:pt x="220421" y="3536886"/>
                </a:lnTo>
                <a:lnTo>
                  <a:pt x="224802" y="3525012"/>
                </a:lnTo>
                <a:close/>
              </a:path>
              <a:path w="3602354" h="3602354" extrusionOk="0">
                <a:moveTo>
                  <a:pt x="485533" y="3570363"/>
                </a:moveTo>
                <a:lnTo>
                  <a:pt x="483019" y="3557955"/>
                </a:lnTo>
                <a:lnTo>
                  <a:pt x="476186" y="3547821"/>
                </a:lnTo>
                <a:lnTo>
                  <a:pt x="466064" y="3540988"/>
                </a:lnTo>
                <a:lnTo>
                  <a:pt x="453656" y="3538474"/>
                </a:lnTo>
                <a:lnTo>
                  <a:pt x="429133" y="3538474"/>
                </a:lnTo>
                <a:lnTo>
                  <a:pt x="416725" y="3540988"/>
                </a:lnTo>
                <a:lnTo>
                  <a:pt x="406590" y="3547821"/>
                </a:lnTo>
                <a:lnTo>
                  <a:pt x="399757" y="3557955"/>
                </a:lnTo>
                <a:lnTo>
                  <a:pt x="397243" y="3570363"/>
                </a:lnTo>
                <a:lnTo>
                  <a:pt x="399757" y="3582771"/>
                </a:lnTo>
                <a:lnTo>
                  <a:pt x="406590" y="3592906"/>
                </a:lnTo>
                <a:lnTo>
                  <a:pt x="416725" y="3599726"/>
                </a:lnTo>
                <a:lnTo>
                  <a:pt x="429133" y="3602240"/>
                </a:lnTo>
                <a:lnTo>
                  <a:pt x="453656" y="3602240"/>
                </a:lnTo>
                <a:lnTo>
                  <a:pt x="466064" y="3599726"/>
                </a:lnTo>
                <a:lnTo>
                  <a:pt x="476186" y="3592906"/>
                </a:lnTo>
                <a:lnTo>
                  <a:pt x="483019" y="3582771"/>
                </a:lnTo>
                <a:lnTo>
                  <a:pt x="485533" y="3570363"/>
                </a:lnTo>
                <a:close/>
              </a:path>
              <a:path w="3602354" h="3602354" extrusionOk="0">
                <a:moveTo>
                  <a:pt x="755269" y="3570363"/>
                </a:moveTo>
                <a:lnTo>
                  <a:pt x="752767" y="3557955"/>
                </a:lnTo>
                <a:lnTo>
                  <a:pt x="745934" y="3547821"/>
                </a:lnTo>
                <a:lnTo>
                  <a:pt x="735799" y="3540988"/>
                </a:lnTo>
                <a:lnTo>
                  <a:pt x="723379" y="3538474"/>
                </a:lnTo>
                <a:lnTo>
                  <a:pt x="698868" y="3538474"/>
                </a:lnTo>
                <a:lnTo>
                  <a:pt x="686460" y="3540988"/>
                </a:lnTo>
                <a:lnTo>
                  <a:pt x="676325" y="3547821"/>
                </a:lnTo>
                <a:lnTo>
                  <a:pt x="669493" y="3557955"/>
                </a:lnTo>
                <a:lnTo>
                  <a:pt x="666991" y="3570363"/>
                </a:lnTo>
                <a:lnTo>
                  <a:pt x="669493" y="3582771"/>
                </a:lnTo>
                <a:lnTo>
                  <a:pt x="676325" y="3592906"/>
                </a:lnTo>
                <a:lnTo>
                  <a:pt x="686460" y="3599726"/>
                </a:lnTo>
                <a:lnTo>
                  <a:pt x="698868" y="3602240"/>
                </a:lnTo>
                <a:lnTo>
                  <a:pt x="723379" y="3602240"/>
                </a:lnTo>
                <a:lnTo>
                  <a:pt x="735799" y="3599726"/>
                </a:lnTo>
                <a:lnTo>
                  <a:pt x="745934" y="3592906"/>
                </a:lnTo>
                <a:lnTo>
                  <a:pt x="752767" y="3582771"/>
                </a:lnTo>
                <a:lnTo>
                  <a:pt x="755269" y="3570363"/>
                </a:lnTo>
                <a:close/>
              </a:path>
              <a:path w="3602354" h="3602354" extrusionOk="0">
                <a:moveTo>
                  <a:pt x="1025004" y="3570363"/>
                </a:moveTo>
                <a:lnTo>
                  <a:pt x="1022502" y="3557955"/>
                </a:lnTo>
                <a:lnTo>
                  <a:pt x="1015669" y="3547821"/>
                </a:lnTo>
                <a:lnTo>
                  <a:pt x="1005535" y="3540988"/>
                </a:lnTo>
                <a:lnTo>
                  <a:pt x="993127" y="3538474"/>
                </a:lnTo>
                <a:lnTo>
                  <a:pt x="968603" y="3538474"/>
                </a:lnTo>
                <a:lnTo>
                  <a:pt x="956195" y="3540988"/>
                </a:lnTo>
                <a:lnTo>
                  <a:pt x="946061" y="3547821"/>
                </a:lnTo>
                <a:lnTo>
                  <a:pt x="939228" y="3557955"/>
                </a:lnTo>
                <a:lnTo>
                  <a:pt x="936726" y="3570363"/>
                </a:lnTo>
                <a:lnTo>
                  <a:pt x="939228" y="3582771"/>
                </a:lnTo>
                <a:lnTo>
                  <a:pt x="946061" y="3592906"/>
                </a:lnTo>
                <a:lnTo>
                  <a:pt x="956195" y="3599726"/>
                </a:lnTo>
                <a:lnTo>
                  <a:pt x="968603" y="3602240"/>
                </a:lnTo>
                <a:lnTo>
                  <a:pt x="993127" y="3602240"/>
                </a:lnTo>
                <a:lnTo>
                  <a:pt x="1005535" y="3599726"/>
                </a:lnTo>
                <a:lnTo>
                  <a:pt x="1015669" y="3592906"/>
                </a:lnTo>
                <a:lnTo>
                  <a:pt x="1022502" y="3582771"/>
                </a:lnTo>
                <a:lnTo>
                  <a:pt x="1025004" y="3570363"/>
                </a:lnTo>
                <a:close/>
              </a:path>
              <a:path w="3602354" h="3602354" extrusionOk="0">
                <a:moveTo>
                  <a:pt x="1294752" y="3570363"/>
                </a:moveTo>
                <a:lnTo>
                  <a:pt x="1292250" y="3557955"/>
                </a:lnTo>
                <a:lnTo>
                  <a:pt x="1285417" y="3547821"/>
                </a:lnTo>
                <a:lnTo>
                  <a:pt x="1275283" y="3540988"/>
                </a:lnTo>
                <a:lnTo>
                  <a:pt x="1262862" y="3538474"/>
                </a:lnTo>
                <a:lnTo>
                  <a:pt x="1238338" y="3538474"/>
                </a:lnTo>
                <a:lnTo>
                  <a:pt x="1225931" y="3540988"/>
                </a:lnTo>
                <a:lnTo>
                  <a:pt x="1215809" y="3547821"/>
                </a:lnTo>
                <a:lnTo>
                  <a:pt x="1208976" y="3557955"/>
                </a:lnTo>
                <a:lnTo>
                  <a:pt x="1206474" y="3570363"/>
                </a:lnTo>
                <a:lnTo>
                  <a:pt x="1208976" y="3582771"/>
                </a:lnTo>
                <a:lnTo>
                  <a:pt x="1215809" y="3592906"/>
                </a:lnTo>
                <a:lnTo>
                  <a:pt x="1225931" y="3599726"/>
                </a:lnTo>
                <a:lnTo>
                  <a:pt x="1238338" y="3602240"/>
                </a:lnTo>
                <a:lnTo>
                  <a:pt x="1262862" y="3602240"/>
                </a:lnTo>
                <a:lnTo>
                  <a:pt x="1275283" y="3599726"/>
                </a:lnTo>
                <a:lnTo>
                  <a:pt x="1285417" y="3592906"/>
                </a:lnTo>
                <a:lnTo>
                  <a:pt x="1292250" y="3582771"/>
                </a:lnTo>
                <a:lnTo>
                  <a:pt x="1294752" y="3570363"/>
                </a:lnTo>
                <a:close/>
              </a:path>
              <a:path w="3602354" h="3602354" extrusionOk="0">
                <a:moveTo>
                  <a:pt x="1564474" y="3570363"/>
                </a:moveTo>
                <a:lnTo>
                  <a:pt x="1561973" y="3557955"/>
                </a:lnTo>
                <a:lnTo>
                  <a:pt x="1555140" y="3547821"/>
                </a:lnTo>
                <a:lnTo>
                  <a:pt x="1545005" y="3540988"/>
                </a:lnTo>
                <a:lnTo>
                  <a:pt x="1532610" y="3538474"/>
                </a:lnTo>
                <a:lnTo>
                  <a:pt x="1508086" y="3538474"/>
                </a:lnTo>
                <a:lnTo>
                  <a:pt x="1495679" y="3540988"/>
                </a:lnTo>
                <a:lnTo>
                  <a:pt x="1485544" y="3547821"/>
                </a:lnTo>
                <a:lnTo>
                  <a:pt x="1478711" y="3557955"/>
                </a:lnTo>
                <a:lnTo>
                  <a:pt x="1476209" y="3570363"/>
                </a:lnTo>
                <a:lnTo>
                  <a:pt x="1478711" y="3582771"/>
                </a:lnTo>
                <a:lnTo>
                  <a:pt x="1485544" y="3592906"/>
                </a:lnTo>
                <a:lnTo>
                  <a:pt x="1495679" y="3599726"/>
                </a:lnTo>
                <a:lnTo>
                  <a:pt x="1508086" y="3602240"/>
                </a:lnTo>
                <a:lnTo>
                  <a:pt x="1532610" y="3602240"/>
                </a:lnTo>
                <a:lnTo>
                  <a:pt x="1545005" y="3599726"/>
                </a:lnTo>
                <a:lnTo>
                  <a:pt x="1555140" y="3592906"/>
                </a:lnTo>
                <a:lnTo>
                  <a:pt x="1561973" y="3582771"/>
                </a:lnTo>
                <a:lnTo>
                  <a:pt x="1564474" y="3570363"/>
                </a:lnTo>
                <a:close/>
              </a:path>
              <a:path w="3602354" h="3602354" extrusionOk="0">
                <a:moveTo>
                  <a:pt x="3602240" y="368452"/>
                </a:moveTo>
                <a:lnTo>
                  <a:pt x="3599370" y="322300"/>
                </a:lnTo>
                <a:lnTo>
                  <a:pt x="3590975" y="277837"/>
                </a:lnTo>
                <a:lnTo>
                  <a:pt x="3577399" y="235419"/>
                </a:lnTo>
                <a:lnTo>
                  <a:pt x="3559010" y="195389"/>
                </a:lnTo>
                <a:lnTo>
                  <a:pt x="3536137" y="158089"/>
                </a:lnTo>
                <a:lnTo>
                  <a:pt x="3509137" y="123875"/>
                </a:lnTo>
                <a:lnTo>
                  <a:pt x="3478365" y="93103"/>
                </a:lnTo>
                <a:lnTo>
                  <a:pt x="3444151" y="66103"/>
                </a:lnTo>
                <a:lnTo>
                  <a:pt x="3406851" y="43230"/>
                </a:lnTo>
                <a:lnTo>
                  <a:pt x="3366820" y="24841"/>
                </a:lnTo>
                <a:lnTo>
                  <a:pt x="3324402" y="11277"/>
                </a:lnTo>
                <a:lnTo>
                  <a:pt x="3279940" y="2882"/>
                </a:lnTo>
                <a:lnTo>
                  <a:pt x="3233788" y="0"/>
                </a:lnTo>
                <a:lnTo>
                  <a:pt x="370903" y="0"/>
                </a:lnTo>
                <a:lnTo>
                  <a:pt x="324751" y="2882"/>
                </a:lnTo>
                <a:lnTo>
                  <a:pt x="280289" y="11277"/>
                </a:lnTo>
                <a:lnTo>
                  <a:pt x="237871" y="24841"/>
                </a:lnTo>
                <a:lnTo>
                  <a:pt x="197840" y="43230"/>
                </a:lnTo>
                <a:lnTo>
                  <a:pt x="160540" y="66103"/>
                </a:lnTo>
                <a:lnTo>
                  <a:pt x="126326" y="93103"/>
                </a:lnTo>
                <a:lnTo>
                  <a:pt x="95554" y="123875"/>
                </a:lnTo>
                <a:lnTo>
                  <a:pt x="68554" y="158089"/>
                </a:lnTo>
                <a:lnTo>
                  <a:pt x="45681" y="195389"/>
                </a:lnTo>
                <a:lnTo>
                  <a:pt x="27292" y="235419"/>
                </a:lnTo>
                <a:lnTo>
                  <a:pt x="13716" y="277837"/>
                </a:lnTo>
                <a:lnTo>
                  <a:pt x="5321" y="322300"/>
                </a:lnTo>
                <a:lnTo>
                  <a:pt x="2451" y="368452"/>
                </a:lnTo>
                <a:lnTo>
                  <a:pt x="2451" y="1799894"/>
                </a:lnTo>
                <a:lnTo>
                  <a:pt x="4762" y="1811350"/>
                </a:lnTo>
                <a:lnTo>
                  <a:pt x="11074" y="1820697"/>
                </a:lnTo>
                <a:lnTo>
                  <a:pt x="20421" y="1827009"/>
                </a:lnTo>
                <a:lnTo>
                  <a:pt x="31877" y="1829320"/>
                </a:lnTo>
                <a:lnTo>
                  <a:pt x="43332" y="1827009"/>
                </a:lnTo>
                <a:lnTo>
                  <a:pt x="52679" y="1820697"/>
                </a:lnTo>
                <a:lnTo>
                  <a:pt x="58991" y="1811350"/>
                </a:lnTo>
                <a:lnTo>
                  <a:pt x="61302" y="1799894"/>
                </a:lnTo>
                <a:lnTo>
                  <a:pt x="61302" y="368452"/>
                </a:lnTo>
                <a:lnTo>
                  <a:pt x="64668" y="322757"/>
                </a:lnTo>
                <a:lnTo>
                  <a:pt x="74434" y="279133"/>
                </a:lnTo>
                <a:lnTo>
                  <a:pt x="90119" y="238048"/>
                </a:lnTo>
                <a:lnTo>
                  <a:pt x="111252" y="199986"/>
                </a:lnTo>
                <a:lnTo>
                  <a:pt x="137337" y="165442"/>
                </a:lnTo>
                <a:lnTo>
                  <a:pt x="167894" y="134874"/>
                </a:lnTo>
                <a:lnTo>
                  <a:pt x="202438" y="108800"/>
                </a:lnTo>
                <a:lnTo>
                  <a:pt x="240499" y="87668"/>
                </a:lnTo>
                <a:lnTo>
                  <a:pt x="281584" y="71983"/>
                </a:lnTo>
                <a:lnTo>
                  <a:pt x="325221" y="62204"/>
                </a:lnTo>
                <a:lnTo>
                  <a:pt x="370903" y="58851"/>
                </a:lnTo>
                <a:lnTo>
                  <a:pt x="3233788" y="58851"/>
                </a:lnTo>
                <a:lnTo>
                  <a:pt x="3279470" y="62204"/>
                </a:lnTo>
                <a:lnTo>
                  <a:pt x="3323094" y="71983"/>
                </a:lnTo>
                <a:lnTo>
                  <a:pt x="3364192" y="87668"/>
                </a:lnTo>
                <a:lnTo>
                  <a:pt x="3402241" y="108800"/>
                </a:lnTo>
                <a:lnTo>
                  <a:pt x="3436797" y="134874"/>
                </a:lnTo>
                <a:lnTo>
                  <a:pt x="3467354" y="165442"/>
                </a:lnTo>
                <a:lnTo>
                  <a:pt x="3493439" y="199986"/>
                </a:lnTo>
                <a:lnTo>
                  <a:pt x="3514572" y="238048"/>
                </a:lnTo>
                <a:lnTo>
                  <a:pt x="3530257" y="279133"/>
                </a:lnTo>
                <a:lnTo>
                  <a:pt x="3540023" y="322757"/>
                </a:lnTo>
                <a:lnTo>
                  <a:pt x="3543389" y="368452"/>
                </a:lnTo>
                <a:lnTo>
                  <a:pt x="3543389" y="3231324"/>
                </a:lnTo>
                <a:lnTo>
                  <a:pt x="3540023" y="3277019"/>
                </a:lnTo>
                <a:lnTo>
                  <a:pt x="3530257" y="3320643"/>
                </a:lnTo>
                <a:lnTo>
                  <a:pt x="3514572" y="3361728"/>
                </a:lnTo>
                <a:lnTo>
                  <a:pt x="3493439" y="3399790"/>
                </a:lnTo>
                <a:lnTo>
                  <a:pt x="3467354" y="3434334"/>
                </a:lnTo>
                <a:lnTo>
                  <a:pt x="3436797" y="3464903"/>
                </a:lnTo>
                <a:lnTo>
                  <a:pt x="3402241" y="3490988"/>
                </a:lnTo>
                <a:lnTo>
                  <a:pt x="3364192" y="3512108"/>
                </a:lnTo>
                <a:lnTo>
                  <a:pt x="3323094" y="3527806"/>
                </a:lnTo>
                <a:lnTo>
                  <a:pt x="3279470" y="3537572"/>
                </a:lnTo>
                <a:lnTo>
                  <a:pt x="3233788" y="3540925"/>
                </a:lnTo>
                <a:lnTo>
                  <a:pt x="1814436" y="3540925"/>
                </a:lnTo>
                <a:lnTo>
                  <a:pt x="1802345" y="3538474"/>
                </a:lnTo>
                <a:lnTo>
                  <a:pt x="1777822" y="3538474"/>
                </a:lnTo>
                <a:lnTo>
                  <a:pt x="1765414" y="3540988"/>
                </a:lnTo>
                <a:lnTo>
                  <a:pt x="1755292" y="3547821"/>
                </a:lnTo>
                <a:lnTo>
                  <a:pt x="1748459" y="3557955"/>
                </a:lnTo>
                <a:lnTo>
                  <a:pt x="1745945" y="3570363"/>
                </a:lnTo>
                <a:lnTo>
                  <a:pt x="1748459" y="3582771"/>
                </a:lnTo>
                <a:lnTo>
                  <a:pt x="1755292" y="3592906"/>
                </a:lnTo>
                <a:lnTo>
                  <a:pt x="1765414" y="3599726"/>
                </a:lnTo>
                <a:lnTo>
                  <a:pt x="1777822" y="3602240"/>
                </a:lnTo>
                <a:lnTo>
                  <a:pt x="1802345" y="3602240"/>
                </a:lnTo>
                <a:lnTo>
                  <a:pt x="1814436" y="3599789"/>
                </a:lnTo>
                <a:lnTo>
                  <a:pt x="3233788" y="3599789"/>
                </a:lnTo>
                <a:lnTo>
                  <a:pt x="3279940" y="3596906"/>
                </a:lnTo>
                <a:lnTo>
                  <a:pt x="3324402" y="3588512"/>
                </a:lnTo>
                <a:lnTo>
                  <a:pt x="3366820" y="3574948"/>
                </a:lnTo>
                <a:lnTo>
                  <a:pt x="3406851" y="3556546"/>
                </a:lnTo>
                <a:lnTo>
                  <a:pt x="3444151" y="3533686"/>
                </a:lnTo>
                <a:lnTo>
                  <a:pt x="3478365" y="3506686"/>
                </a:lnTo>
                <a:lnTo>
                  <a:pt x="3509137" y="3475901"/>
                </a:lnTo>
                <a:lnTo>
                  <a:pt x="3536137" y="3441687"/>
                </a:lnTo>
                <a:lnTo>
                  <a:pt x="3559010" y="3404400"/>
                </a:lnTo>
                <a:lnTo>
                  <a:pt x="3577399" y="3364369"/>
                </a:lnTo>
                <a:lnTo>
                  <a:pt x="3590975" y="3321939"/>
                </a:lnTo>
                <a:lnTo>
                  <a:pt x="3599370" y="3277476"/>
                </a:lnTo>
                <a:lnTo>
                  <a:pt x="3602240" y="3231324"/>
                </a:lnTo>
                <a:lnTo>
                  <a:pt x="3602240" y="368452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0" name="Google Shape;730;p28"/>
          <p:cNvSpPr txBox="1">
            <a:spLocks noGrp="1"/>
          </p:cNvSpPr>
          <p:nvPr>
            <p:ph type="body" idx="16"/>
          </p:nvPr>
        </p:nvSpPr>
        <p:spPr>
          <a:xfrm flipH="1">
            <a:off x="11778691" y="7248197"/>
            <a:ext cx="232600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1" name="Google Shape;731;p28"/>
          <p:cNvSpPr txBox="1">
            <a:spLocks noGrp="1"/>
          </p:cNvSpPr>
          <p:nvPr>
            <p:ph type="body" idx="17"/>
          </p:nvPr>
        </p:nvSpPr>
        <p:spPr>
          <a:xfrm>
            <a:off x="11724718" y="8517494"/>
            <a:ext cx="24339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2" name="Google Shape;732;p28"/>
          <p:cNvSpPr txBox="1">
            <a:spLocks noGrp="1"/>
          </p:cNvSpPr>
          <p:nvPr>
            <p:ph type="body" idx="18"/>
          </p:nvPr>
        </p:nvSpPr>
        <p:spPr>
          <a:xfrm>
            <a:off x="15018223" y="7223753"/>
            <a:ext cx="40826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3" name="Google Shape;733;p28"/>
          <p:cNvSpPr txBox="1">
            <a:spLocks noGrp="1"/>
          </p:cNvSpPr>
          <p:nvPr>
            <p:ph type="body" idx="19"/>
          </p:nvPr>
        </p:nvSpPr>
        <p:spPr>
          <a:xfrm>
            <a:off x="15018224" y="7756953"/>
            <a:ext cx="4082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4" name="Google Shape;734;p28"/>
          <p:cNvSpPr txBox="1">
            <a:spLocks noGrp="1"/>
          </p:cNvSpPr>
          <p:nvPr>
            <p:ph type="body" idx="20"/>
          </p:nvPr>
        </p:nvSpPr>
        <p:spPr>
          <a:xfrm>
            <a:off x="831850" y="854075"/>
            <a:ext cx="1830312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35" name="Google Shape;735;p28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736" name="Google Shape;736;p28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45" name="Google Shape;745;p28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46" name="Google Shape;746;p28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9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9" name="Google Shape;749;p29"/>
          <p:cNvSpPr txBox="1">
            <a:spLocks noGrp="1"/>
          </p:cNvSpPr>
          <p:nvPr>
            <p:ph type="body" idx="1"/>
          </p:nvPr>
        </p:nvSpPr>
        <p:spPr>
          <a:xfrm>
            <a:off x="831850" y="854075"/>
            <a:ext cx="18582512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50" name="Google Shape;750;p29"/>
          <p:cNvSpPr/>
          <p:nvPr/>
        </p:nvSpPr>
        <p:spPr>
          <a:xfrm>
            <a:off x="1216608" y="32103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51" name="Google Shape;751;p29"/>
          <p:cNvSpPr txBox="1">
            <a:spLocks noGrp="1"/>
          </p:cNvSpPr>
          <p:nvPr>
            <p:ph type="body" idx="2"/>
          </p:nvPr>
        </p:nvSpPr>
        <p:spPr>
          <a:xfrm>
            <a:off x="1826208" y="4366536"/>
            <a:ext cx="25908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52" name="Google Shape;752;p29"/>
          <p:cNvGrpSpPr/>
          <p:nvPr/>
        </p:nvGrpSpPr>
        <p:grpSpPr>
          <a:xfrm>
            <a:off x="2353387" y="2442515"/>
            <a:ext cx="1536442" cy="1536442"/>
            <a:chOff x="2127250" y="2149475"/>
            <a:chExt cx="1219200" cy="1219200"/>
          </a:xfrm>
        </p:grpSpPr>
        <p:sp>
          <p:nvSpPr>
            <p:cNvPr id="753" name="Google Shape;753;p29"/>
            <p:cNvSpPr/>
            <p:nvPr/>
          </p:nvSpPr>
          <p:spPr>
            <a:xfrm>
              <a:off x="2127250" y="21494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2203450" y="22256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55" name="Google Shape;755;p29"/>
          <p:cNvSpPr/>
          <p:nvPr/>
        </p:nvSpPr>
        <p:spPr>
          <a:xfrm>
            <a:off x="5763208" y="32103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56" name="Google Shape;756;p29"/>
          <p:cNvSpPr txBox="1">
            <a:spLocks noGrp="1"/>
          </p:cNvSpPr>
          <p:nvPr>
            <p:ph type="body" idx="3"/>
          </p:nvPr>
        </p:nvSpPr>
        <p:spPr>
          <a:xfrm>
            <a:off x="6372808" y="4151092"/>
            <a:ext cx="2590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57" name="Google Shape;757;p29"/>
          <p:cNvGrpSpPr/>
          <p:nvPr/>
        </p:nvGrpSpPr>
        <p:grpSpPr>
          <a:xfrm>
            <a:off x="6899987" y="2442515"/>
            <a:ext cx="1536442" cy="1536442"/>
            <a:chOff x="7004050" y="2149475"/>
            <a:chExt cx="1219200" cy="1219200"/>
          </a:xfrm>
        </p:grpSpPr>
        <p:sp>
          <p:nvSpPr>
            <p:cNvPr id="758" name="Google Shape;758;p29"/>
            <p:cNvSpPr/>
            <p:nvPr/>
          </p:nvSpPr>
          <p:spPr>
            <a:xfrm>
              <a:off x="7004050" y="21494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7080250" y="22256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60" name="Google Shape;760;p29"/>
          <p:cNvSpPr/>
          <p:nvPr/>
        </p:nvSpPr>
        <p:spPr>
          <a:xfrm>
            <a:off x="10309808" y="32103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61" name="Google Shape;761;p29"/>
          <p:cNvSpPr txBox="1">
            <a:spLocks noGrp="1"/>
          </p:cNvSpPr>
          <p:nvPr>
            <p:ph type="body" idx="4"/>
          </p:nvPr>
        </p:nvSpPr>
        <p:spPr>
          <a:xfrm>
            <a:off x="10919408" y="4151092"/>
            <a:ext cx="2590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62" name="Google Shape;762;p29"/>
          <p:cNvGrpSpPr/>
          <p:nvPr/>
        </p:nvGrpSpPr>
        <p:grpSpPr>
          <a:xfrm>
            <a:off x="11446587" y="2442515"/>
            <a:ext cx="1536442" cy="1536442"/>
            <a:chOff x="11576050" y="2149475"/>
            <a:chExt cx="1219200" cy="1219200"/>
          </a:xfrm>
        </p:grpSpPr>
        <p:sp>
          <p:nvSpPr>
            <p:cNvPr id="763" name="Google Shape;763;p29"/>
            <p:cNvSpPr/>
            <p:nvPr/>
          </p:nvSpPr>
          <p:spPr>
            <a:xfrm>
              <a:off x="11576050" y="21494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11652250" y="22256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65" name="Google Shape;765;p29"/>
          <p:cNvSpPr/>
          <p:nvPr/>
        </p:nvSpPr>
        <p:spPr>
          <a:xfrm>
            <a:off x="14856408" y="32103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66" name="Google Shape;766;p29"/>
          <p:cNvSpPr txBox="1">
            <a:spLocks noGrp="1"/>
          </p:cNvSpPr>
          <p:nvPr>
            <p:ph type="body" idx="5"/>
          </p:nvPr>
        </p:nvSpPr>
        <p:spPr>
          <a:xfrm>
            <a:off x="15466008" y="4366536"/>
            <a:ext cx="25908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67" name="Google Shape;767;p29"/>
          <p:cNvGrpSpPr/>
          <p:nvPr/>
        </p:nvGrpSpPr>
        <p:grpSpPr>
          <a:xfrm>
            <a:off x="15993187" y="2442515"/>
            <a:ext cx="1536442" cy="1536442"/>
            <a:chOff x="16681450" y="2149475"/>
            <a:chExt cx="1219200" cy="1219200"/>
          </a:xfrm>
        </p:grpSpPr>
        <p:sp>
          <p:nvSpPr>
            <p:cNvPr id="768" name="Google Shape;768;p29"/>
            <p:cNvSpPr/>
            <p:nvPr/>
          </p:nvSpPr>
          <p:spPr>
            <a:xfrm>
              <a:off x="16681450" y="21494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16757650" y="22256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70" name="Google Shape;770;p29"/>
          <p:cNvSpPr/>
          <p:nvPr/>
        </p:nvSpPr>
        <p:spPr>
          <a:xfrm>
            <a:off x="1216608" y="68679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71" name="Google Shape;771;p29"/>
          <p:cNvSpPr txBox="1">
            <a:spLocks noGrp="1"/>
          </p:cNvSpPr>
          <p:nvPr>
            <p:ph type="body" idx="6"/>
          </p:nvPr>
        </p:nvSpPr>
        <p:spPr>
          <a:xfrm>
            <a:off x="1826208" y="8024136"/>
            <a:ext cx="25908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72" name="Google Shape;772;p29"/>
          <p:cNvGrpSpPr/>
          <p:nvPr/>
        </p:nvGrpSpPr>
        <p:grpSpPr>
          <a:xfrm>
            <a:off x="2353387" y="6100115"/>
            <a:ext cx="1536442" cy="1536442"/>
            <a:chOff x="2127250" y="5807075"/>
            <a:chExt cx="1219200" cy="1219200"/>
          </a:xfrm>
        </p:grpSpPr>
        <p:sp>
          <p:nvSpPr>
            <p:cNvPr id="773" name="Google Shape;773;p29"/>
            <p:cNvSpPr/>
            <p:nvPr/>
          </p:nvSpPr>
          <p:spPr>
            <a:xfrm>
              <a:off x="2127250" y="58070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2203450" y="58832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75" name="Google Shape;775;p29"/>
          <p:cNvSpPr/>
          <p:nvPr/>
        </p:nvSpPr>
        <p:spPr>
          <a:xfrm>
            <a:off x="5763208" y="68679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76" name="Google Shape;776;p29"/>
          <p:cNvSpPr txBox="1">
            <a:spLocks noGrp="1"/>
          </p:cNvSpPr>
          <p:nvPr>
            <p:ph type="body" idx="7"/>
          </p:nvPr>
        </p:nvSpPr>
        <p:spPr>
          <a:xfrm>
            <a:off x="6372808" y="7808692"/>
            <a:ext cx="2590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77" name="Google Shape;777;p29"/>
          <p:cNvGrpSpPr/>
          <p:nvPr/>
        </p:nvGrpSpPr>
        <p:grpSpPr>
          <a:xfrm>
            <a:off x="6899987" y="6100115"/>
            <a:ext cx="1536442" cy="1536442"/>
            <a:chOff x="7004050" y="5807075"/>
            <a:chExt cx="1219200" cy="1219200"/>
          </a:xfrm>
        </p:grpSpPr>
        <p:sp>
          <p:nvSpPr>
            <p:cNvPr id="778" name="Google Shape;778;p29"/>
            <p:cNvSpPr/>
            <p:nvPr/>
          </p:nvSpPr>
          <p:spPr>
            <a:xfrm>
              <a:off x="7004050" y="58070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7080250" y="58832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80" name="Google Shape;780;p29"/>
          <p:cNvSpPr/>
          <p:nvPr/>
        </p:nvSpPr>
        <p:spPr>
          <a:xfrm>
            <a:off x="10309808" y="68679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81" name="Google Shape;781;p29"/>
          <p:cNvSpPr txBox="1">
            <a:spLocks noGrp="1"/>
          </p:cNvSpPr>
          <p:nvPr>
            <p:ph type="body" idx="8"/>
          </p:nvPr>
        </p:nvSpPr>
        <p:spPr>
          <a:xfrm>
            <a:off x="10919408" y="7808692"/>
            <a:ext cx="2590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82" name="Google Shape;782;p29"/>
          <p:cNvGrpSpPr/>
          <p:nvPr/>
        </p:nvGrpSpPr>
        <p:grpSpPr>
          <a:xfrm>
            <a:off x="11446587" y="6100115"/>
            <a:ext cx="1536442" cy="1536442"/>
            <a:chOff x="11576050" y="5807075"/>
            <a:chExt cx="1219200" cy="1219200"/>
          </a:xfrm>
        </p:grpSpPr>
        <p:sp>
          <p:nvSpPr>
            <p:cNvPr id="783" name="Google Shape;783;p29"/>
            <p:cNvSpPr/>
            <p:nvPr/>
          </p:nvSpPr>
          <p:spPr>
            <a:xfrm>
              <a:off x="11576050" y="58070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11652250" y="58832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785" name="Google Shape;785;p29"/>
          <p:cNvSpPr/>
          <p:nvPr/>
        </p:nvSpPr>
        <p:spPr>
          <a:xfrm>
            <a:off x="14856408" y="6867979"/>
            <a:ext cx="3810000" cy="2444296"/>
          </a:xfrm>
          <a:prstGeom prst="roundRect">
            <a:avLst>
              <a:gd name="adj" fmla="val 56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86" name="Google Shape;786;p29"/>
          <p:cNvSpPr txBox="1">
            <a:spLocks noGrp="1"/>
          </p:cNvSpPr>
          <p:nvPr>
            <p:ph type="body" idx="9"/>
          </p:nvPr>
        </p:nvSpPr>
        <p:spPr>
          <a:xfrm>
            <a:off x="15466008" y="8024136"/>
            <a:ext cx="25908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787" name="Google Shape;787;p29"/>
          <p:cNvGrpSpPr/>
          <p:nvPr/>
        </p:nvGrpSpPr>
        <p:grpSpPr>
          <a:xfrm>
            <a:off x="15993187" y="6100115"/>
            <a:ext cx="1536442" cy="1536442"/>
            <a:chOff x="15919450" y="5807075"/>
            <a:chExt cx="1219200" cy="1219200"/>
          </a:xfrm>
        </p:grpSpPr>
        <p:sp>
          <p:nvSpPr>
            <p:cNvPr id="788" name="Google Shape;788;p29"/>
            <p:cNvSpPr/>
            <p:nvPr/>
          </p:nvSpPr>
          <p:spPr>
            <a:xfrm>
              <a:off x="15919450" y="5807075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15995650" y="5883275"/>
              <a:ext cx="1066800" cy="106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790" name="Google Shape;790;p29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791" name="Google Shape;791;p29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00" name="Google Shape;800;p29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01" name="Google Shape;801;p29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04" name="Google Shape;804;p3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>
              <a:spcBef>
                <a:spcPts val="0"/>
              </a:spcBef>
              <a:buNone/>
              <a:defRPr sz="1800"/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sz="1400"/>
          </a:p>
        </p:txBody>
      </p:sp>
      <p:sp>
        <p:nvSpPr>
          <p:cNvPr id="805" name="Google Shape;805;p30"/>
          <p:cNvSpPr txBox="1">
            <a:spLocks noGrp="1"/>
          </p:cNvSpPr>
          <p:nvPr>
            <p:ph type="body" idx="1"/>
          </p:nvPr>
        </p:nvSpPr>
        <p:spPr>
          <a:xfrm>
            <a:off x="831850" y="854075"/>
            <a:ext cx="186658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06" name="Google Shape;806;p30"/>
          <p:cNvSpPr/>
          <p:nvPr/>
        </p:nvSpPr>
        <p:spPr>
          <a:xfrm>
            <a:off x="1618060" y="2311234"/>
            <a:ext cx="7304945" cy="9144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endParaRPr sz="18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30"/>
          <p:cNvSpPr txBox="1">
            <a:spLocks noGrp="1"/>
          </p:cNvSpPr>
          <p:nvPr>
            <p:ph type="body" idx="2"/>
          </p:nvPr>
        </p:nvSpPr>
        <p:spPr>
          <a:xfrm>
            <a:off x="1841532" y="2545296"/>
            <a:ext cx="685800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08" name="Google Shape;808;p30"/>
          <p:cNvSpPr/>
          <p:nvPr/>
        </p:nvSpPr>
        <p:spPr>
          <a:xfrm>
            <a:off x="10545885" y="2311234"/>
            <a:ext cx="7878305" cy="9144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</a:pPr>
            <a:endParaRPr sz="18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30"/>
          <p:cNvSpPr txBox="1">
            <a:spLocks noGrp="1"/>
          </p:cNvSpPr>
          <p:nvPr>
            <p:ph type="body" idx="3"/>
          </p:nvPr>
        </p:nvSpPr>
        <p:spPr>
          <a:xfrm>
            <a:off x="10771922" y="2545296"/>
            <a:ext cx="7426231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0" name="Google Shape;810;p30"/>
          <p:cNvSpPr/>
          <p:nvPr/>
        </p:nvSpPr>
        <p:spPr>
          <a:xfrm>
            <a:off x="9277245" y="2311234"/>
            <a:ext cx="914400" cy="914400"/>
          </a:xfrm>
          <a:prstGeom prst="ellipse">
            <a:avLst/>
          </a:prstGeom>
          <a:solidFill>
            <a:srgbClr val="FF8A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11" name="Google Shape;811;p30"/>
          <p:cNvSpPr/>
          <p:nvPr/>
        </p:nvSpPr>
        <p:spPr>
          <a:xfrm>
            <a:off x="9406162" y="2621612"/>
            <a:ext cx="332232" cy="332232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12" name="Google Shape;812;p30"/>
          <p:cNvSpPr/>
          <p:nvPr/>
        </p:nvSpPr>
        <p:spPr>
          <a:xfrm>
            <a:off x="9587083" y="2545412"/>
            <a:ext cx="484632" cy="484632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13" name="Google Shape;813;p30"/>
          <p:cNvSpPr txBox="1">
            <a:spLocks noGrp="1"/>
          </p:cNvSpPr>
          <p:nvPr>
            <p:ph type="body" idx="4"/>
          </p:nvPr>
        </p:nvSpPr>
        <p:spPr>
          <a:xfrm>
            <a:off x="1618060" y="3546636"/>
            <a:ext cx="73049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4" name="Google Shape;814;p30"/>
          <p:cNvSpPr txBox="1">
            <a:spLocks noGrp="1"/>
          </p:cNvSpPr>
          <p:nvPr>
            <p:ph type="body" idx="5"/>
          </p:nvPr>
        </p:nvSpPr>
        <p:spPr>
          <a:xfrm>
            <a:off x="1753611" y="4437024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FF8A3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5" name="Google Shape;815;p30"/>
          <p:cNvSpPr txBox="1">
            <a:spLocks noGrp="1"/>
          </p:cNvSpPr>
          <p:nvPr>
            <p:ph type="body" idx="6"/>
          </p:nvPr>
        </p:nvSpPr>
        <p:spPr>
          <a:xfrm>
            <a:off x="10534772" y="4437024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6" name="Google Shape;816;p30"/>
          <p:cNvSpPr txBox="1">
            <a:spLocks noGrp="1"/>
          </p:cNvSpPr>
          <p:nvPr>
            <p:ph type="body" idx="7"/>
          </p:nvPr>
        </p:nvSpPr>
        <p:spPr>
          <a:xfrm>
            <a:off x="1753611" y="6013468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7" name="Google Shape;817;p30"/>
          <p:cNvSpPr txBox="1">
            <a:spLocks noGrp="1"/>
          </p:cNvSpPr>
          <p:nvPr>
            <p:ph type="body" idx="8"/>
          </p:nvPr>
        </p:nvSpPr>
        <p:spPr>
          <a:xfrm>
            <a:off x="10534772" y="6013468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8" name="Google Shape;818;p30"/>
          <p:cNvSpPr txBox="1">
            <a:spLocks noGrp="1"/>
          </p:cNvSpPr>
          <p:nvPr>
            <p:ph type="body" idx="9"/>
          </p:nvPr>
        </p:nvSpPr>
        <p:spPr>
          <a:xfrm>
            <a:off x="1753611" y="7589912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9" name="Google Shape;819;p30"/>
          <p:cNvSpPr txBox="1">
            <a:spLocks noGrp="1"/>
          </p:cNvSpPr>
          <p:nvPr>
            <p:ph type="body" idx="13"/>
          </p:nvPr>
        </p:nvSpPr>
        <p:spPr>
          <a:xfrm>
            <a:off x="10534772" y="7589912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0" name="Google Shape;820;p30"/>
          <p:cNvSpPr txBox="1">
            <a:spLocks noGrp="1"/>
          </p:cNvSpPr>
          <p:nvPr>
            <p:ph type="body" idx="14"/>
          </p:nvPr>
        </p:nvSpPr>
        <p:spPr>
          <a:xfrm>
            <a:off x="1753611" y="9166357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FF8A3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1" name="Google Shape;821;p30"/>
          <p:cNvSpPr txBox="1">
            <a:spLocks noGrp="1"/>
          </p:cNvSpPr>
          <p:nvPr>
            <p:ph type="body" idx="15"/>
          </p:nvPr>
        </p:nvSpPr>
        <p:spPr>
          <a:xfrm>
            <a:off x="10534772" y="9166357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FF8A3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2" name="Google Shape;822;p30"/>
          <p:cNvSpPr/>
          <p:nvPr/>
        </p:nvSpPr>
        <p:spPr>
          <a:xfrm>
            <a:off x="1653595" y="4978234"/>
            <a:ext cx="16770595" cy="86025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23" name="Google Shape;823;p30"/>
          <p:cNvSpPr txBox="1">
            <a:spLocks noGrp="1"/>
          </p:cNvSpPr>
          <p:nvPr>
            <p:ph type="body" idx="16"/>
          </p:nvPr>
        </p:nvSpPr>
        <p:spPr>
          <a:xfrm>
            <a:off x="1753611" y="5225246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4" name="Google Shape;824;p30"/>
          <p:cNvSpPr txBox="1">
            <a:spLocks noGrp="1"/>
          </p:cNvSpPr>
          <p:nvPr>
            <p:ph type="body" idx="17"/>
          </p:nvPr>
        </p:nvSpPr>
        <p:spPr>
          <a:xfrm>
            <a:off x="10534772" y="5225246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5" name="Google Shape;825;p30"/>
          <p:cNvSpPr/>
          <p:nvPr/>
        </p:nvSpPr>
        <p:spPr>
          <a:xfrm>
            <a:off x="1653595" y="6454969"/>
            <a:ext cx="16770595" cy="86025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26" name="Google Shape;826;p30"/>
          <p:cNvSpPr txBox="1">
            <a:spLocks noGrp="1"/>
          </p:cNvSpPr>
          <p:nvPr>
            <p:ph type="body" idx="18"/>
          </p:nvPr>
        </p:nvSpPr>
        <p:spPr>
          <a:xfrm>
            <a:off x="1753611" y="6801690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FF8A3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7" name="Google Shape;827;p30"/>
          <p:cNvSpPr txBox="1">
            <a:spLocks noGrp="1"/>
          </p:cNvSpPr>
          <p:nvPr>
            <p:ph type="body" idx="19"/>
          </p:nvPr>
        </p:nvSpPr>
        <p:spPr>
          <a:xfrm>
            <a:off x="10534772" y="6801690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8" name="Google Shape;828;p30"/>
          <p:cNvSpPr/>
          <p:nvPr/>
        </p:nvSpPr>
        <p:spPr>
          <a:xfrm>
            <a:off x="1653595" y="8074343"/>
            <a:ext cx="16770595" cy="86025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29" name="Google Shape;829;p30"/>
          <p:cNvSpPr txBox="1">
            <a:spLocks noGrp="1"/>
          </p:cNvSpPr>
          <p:nvPr>
            <p:ph type="body" idx="20"/>
          </p:nvPr>
        </p:nvSpPr>
        <p:spPr>
          <a:xfrm>
            <a:off x="1753611" y="8378134"/>
            <a:ext cx="71693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30" name="Google Shape;830;p30"/>
          <p:cNvSpPr txBox="1">
            <a:spLocks noGrp="1"/>
          </p:cNvSpPr>
          <p:nvPr>
            <p:ph type="body" idx="21"/>
          </p:nvPr>
        </p:nvSpPr>
        <p:spPr>
          <a:xfrm>
            <a:off x="10534772" y="8378134"/>
            <a:ext cx="748078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831" name="Google Shape;831;p30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832" name="Google Shape;832;p30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41" name="Google Shape;841;p30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42" name="Google Shape;842;p30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1"/>
          <p:cNvSpPr/>
          <p:nvPr/>
        </p:nvSpPr>
        <p:spPr>
          <a:xfrm>
            <a:off x="14261773" y="2201559"/>
            <a:ext cx="50813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</p:txBody>
      </p:sp>
      <p:sp>
        <p:nvSpPr>
          <p:cNvPr id="845" name="Google Shape;845;p31"/>
          <p:cNvSpPr/>
          <p:nvPr/>
        </p:nvSpPr>
        <p:spPr>
          <a:xfrm>
            <a:off x="8840125" y="2201559"/>
            <a:ext cx="50813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</p:txBody>
      </p:sp>
      <p:sp>
        <p:nvSpPr>
          <p:cNvPr id="846" name="Google Shape;846;p31"/>
          <p:cNvSpPr/>
          <p:nvPr/>
        </p:nvSpPr>
        <p:spPr>
          <a:xfrm>
            <a:off x="3418476" y="2201559"/>
            <a:ext cx="50813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</p:txBody>
      </p:sp>
      <p:sp>
        <p:nvSpPr>
          <p:cNvPr id="847" name="Google Shape;847;p31"/>
          <p:cNvSpPr/>
          <p:nvPr/>
        </p:nvSpPr>
        <p:spPr>
          <a:xfrm>
            <a:off x="848754" y="3573160"/>
            <a:ext cx="2322137" cy="151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48" name="Google Shape;848;p31"/>
          <p:cNvSpPr/>
          <p:nvPr/>
        </p:nvSpPr>
        <p:spPr>
          <a:xfrm>
            <a:off x="3418476" y="3573160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49" name="Google Shape;849;p31"/>
          <p:cNvSpPr/>
          <p:nvPr/>
        </p:nvSpPr>
        <p:spPr>
          <a:xfrm>
            <a:off x="8840125" y="3573160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0" name="Google Shape;850;p31"/>
          <p:cNvSpPr/>
          <p:nvPr/>
        </p:nvSpPr>
        <p:spPr>
          <a:xfrm>
            <a:off x="14261773" y="3573160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1" name="Google Shape;851;p31"/>
          <p:cNvSpPr/>
          <p:nvPr/>
        </p:nvSpPr>
        <p:spPr>
          <a:xfrm>
            <a:off x="848754" y="5220051"/>
            <a:ext cx="2322137" cy="151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52" name="Google Shape;852;p31"/>
          <p:cNvSpPr/>
          <p:nvPr/>
        </p:nvSpPr>
        <p:spPr>
          <a:xfrm>
            <a:off x="3418476" y="5220051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3" name="Google Shape;853;p31"/>
          <p:cNvSpPr/>
          <p:nvPr/>
        </p:nvSpPr>
        <p:spPr>
          <a:xfrm>
            <a:off x="8840125" y="5220051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4" name="Google Shape;854;p31"/>
          <p:cNvSpPr/>
          <p:nvPr/>
        </p:nvSpPr>
        <p:spPr>
          <a:xfrm>
            <a:off x="14261773" y="5220051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5" name="Google Shape;855;p31"/>
          <p:cNvSpPr/>
          <p:nvPr/>
        </p:nvSpPr>
        <p:spPr>
          <a:xfrm>
            <a:off x="848754" y="6871320"/>
            <a:ext cx="2322137" cy="151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56" name="Google Shape;856;p31"/>
          <p:cNvSpPr/>
          <p:nvPr/>
        </p:nvSpPr>
        <p:spPr>
          <a:xfrm>
            <a:off x="3418476" y="6871320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7" name="Google Shape;857;p31"/>
          <p:cNvSpPr/>
          <p:nvPr/>
        </p:nvSpPr>
        <p:spPr>
          <a:xfrm>
            <a:off x="8840125" y="6871320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8" name="Google Shape;858;p31"/>
          <p:cNvSpPr/>
          <p:nvPr/>
        </p:nvSpPr>
        <p:spPr>
          <a:xfrm>
            <a:off x="14261773" y="6871320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848754" y="8535279"/>
            <a:ext cx="2322137" cy="151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60" name="Google Shape;860;p31"/>
          <p:cNvSpPr/>
          <p:nvPr/>
        </p:nvSpPr>
        <p:spPr>
          <a:xfrm>
            <a:off x="3418476" y="8535279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61" name="Google Shape;861;p31"/>
          <p:cNvSpPr/>
          <p:nvPr/>
        </p:nvSpPr>
        <p:spPr>
          <a:xfrm>
            <a:off x="8840125" y="8535279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14261773" y="8535279"/>
            <a:ext cx="5081305" cy="1514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64" name="Google Shape;864;p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>
              <a:spcBef>
                <a:spcPts val="0"/>
              </a:spcBef>
              <a:buNone/>
              <a:defRPr sz="1800"/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sz="1400"/>
          </a:p>
        </p:txBody>
      </p:sp>
      <p:sp>
        <p:nvSpPr>
          <p:cNvPr id="865" name="Google Shape;865;p31"/>
          <p:cNvSpPr txBox="1">
            <a:spLocks noGrp="1"/>
          </p:cNvSpPr>
          <p:nvPr>
            <p:ph type="body" idx="1"/>
          </p:nvPr>
        </p:nvSpPr>
        <p:spPr>
          <a:xfrm>
            <a:off x="831850" y="854075"/>
            <a:ext cx="18494324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66" name="Google Shape;866;p31"/>
          <p:cNvSpPr txBox="1">
            <a:spLocks noGrp="1"/>
          </p:cNvSpPr>
          <p:nvPr>
            <p:ph type="body" idx="2"/>
          </p:nvPr>
        </p:nvSpPr>
        <p:spPr>
          <a:xfrm>
            <a:off x="3609199" y="2588393"/>
            <a:ext cx="4699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67" name="Google Shape;867;p31"/>
          <p:cNvSpPr txBox="1">
            <a:spLocks noGrp="1"/>
          </p:cNvSpPr>
          <p:nvPr>
            <p:ph type="body" idx="3"/>
          </p:nvPr>
        </p:nvSpPr>
        <p:spPr>
          <a:xfrm>
            <a:off x="9030848" y="2588393"/>
            <a:ext cx="4699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68" name="Google Shape;868;p31"/>
          <p:cNvSpPr txBox="1">
            <a:spLocks noGrp="1"/>
          </p:cNvSpPr>
          <p:nvPr>
            <p:ph type="body" idx="4"/>
          </p:nvPr>
        </p:nvSpPr>
        <p:spPr>
          <a:xfrm>
            <a:off x="14452496" y="2588393"/>
            <a:ext cx="4699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69" name="Google Shape;869;p31"/>
          <p:cNvSpPr txBox="1">
            <a:spLocks noGrp="1"/>
          </p:cNvSpPr>
          <p:nvPr>
            <p:ph type="body" idx="5"/>
          </p:nvPr>
        </p:nvSpPr>
        <p:spPr>
          <a:xfrm>
            <a:off x="1075934" y="4176316"/>
            <a:ext cx="186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70" name="Google Shape;870;p31"/>
          <p:cNvSpPr txBox="1">
            <a:spLocks noGrp="1"/>
          </p:cNvSpPr>
          <p:nvPr>
            <p:ph type="body" idx="6"/>
          </p:nvPr>
        </p:nvSpPr>
        <p:spPr>
          <a:xfrm>
            <a:off x="1075934" y="5823207"/>
            <a:ext cx="186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71" name="Google Shape;871;p31"/>
          <p:cNvSpPr txBox="1">
            <a:spLocks noGrp="1"/>
          </p:cNvSpPr>
          <p:nvPr>
            <p:ph type="body" idx="7"/>
          </p:nvPr>
        </p:nvSpPr>
        <p:spPr>
          <a:xfrm>
            <a:off x="1075934" y="7474476"/>
            <a:ext cx="186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72" name="Google Shape;872;p31"/>
          <p:cNvSpPr txBox="1">
            <a:spLocks noGrp="1"/>
          </p:cNvSpPr>
          <p:nvPr>
            <p:ph type="body" idx="8"/>
          </p:nvPr>
        </p:nvSpPr>
        <p:spPr>
          <a:xfrm>
            <a:off x="1075934" y="8830658"/>
            <a:ext cx="186777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873" name="Google Shape;873;p31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874" name="Google Shape;874;p31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5" name="Google Shape;875;p31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7" name="Google Shape;877;p31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8" name="Google Shape;878;p31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9" name="Google Shape;879;p31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83" name="Google Shape;883;p31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p31"/>
          <p:cNvSpPr txBox="1">
            <a:spLocks noGrp="1"/>
          </p:cNvSpPr>
          <p:nvPr>
            <p:ph type="body" idx="9"/>
          </p:nvPr>
        </p:nvSpPr>
        <p:spPr>
          <a:xfrm>
            <a:off x="3609199" y="4191705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5" name="Google Shape;885;p31"/>
          <p:cNvSpPr txBox="1">
            <a:spLocks noGrp="1"/>
          </p:cNvSpPr>
          <p:nvPr>
            <p:ph type="body" idx="13"/>
          </p:nvPr>
        </p:nvSpPr>
        <p:spPr>
          <a:xfrm>
            <a:off x="3609199" y="5838596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6" name="Google Shape;886;p31"/>
          <p:cNvSpPr txBox="1">
            <a:spLocks noGrp="1"/>
          </p:cNvSpPr>
          <p:nvPr>
            <p:ph type="body" idx="14"/>
          </p:nvPr>
        </p:nvSpPr>
        <p:spPr>
          <a:xfrm>
            <a:off x="3609199" y="7489865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7" name="Google Shape;887;p31"/>
          <p:cNvSpPr txBox="1">
            <a:spLocks noGrp="1"/>
          </p:cNvSpPr>
          <p:nvPr>
            <p:ph type="body" idx="15"/>
          </p:nvPr>
        </p:nvSpPr>
        <p:spPr>
          <a:xfrm>
            <a:off x="3609199" y="9153824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8" name="Google Shape;888;p31"/>
          <p:cNvSpPr txBox="1">
            <a:spLocks noGrp="1"/>
          </p:cNvSpPr>
          <p:nvPr>
            <p:ph type="body" idx="16"/>
          </p:nvPr>
        </p:nvSpPr>
        <p:spPr>
          <a:xfrm>
            <a:off x="9030848" y="4191705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89" name="Google Shape;889;p31"/>
          <p:cNvSpPr txBox="1">
            <a:spLocks noGrp="1"/>
          </p:cNvSpPr>
          <p:nvPr>
            <p:ph type="body" idx="17"/>
          </p:nvPr>
        </p:nvSpPr>
        <p:spPr>
          <a:xfrm>
            <a:off x="9030848" y="5838596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0" name="Google Shape;890;p31"/>
          <p:cNvSpPr txBox="1">
            <a:spLocks noGrp="1"/>
          </p:cNvSpPr>
          <p:nvPr>
            <p:ph type="body" idx="18"/>
          </p:nvPr>
        </p:nvSpPr>
        <p:spPr>
          <a:xfrm>
            <a:off x="9030848" y="7489865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1" name="Google Shape;891;p31"/>
          <p:cNvSpPr txBox="1">
            <a:spLocks noGrp="1"/>
          </p:cNvSpPr>
          <p:nvPr>
            <p:ph type="body" idx="19"/>
          </p:nvPr>
        </p:nvSpPr>
        <p:spPr>
          <a:xfrm>
            <a:off x="9030848" y="9153824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2" name="Google Shape;892;p31"/>
          <p:cNvSpPr txBox="1">
            <a:spLocks noGrp="1"/>
          </p:cNvSpPr>
          <p:nvPr>
            <p:ph type="body" idx="20"/>
          </p:nvPr>
        </p:nvSpPr>
        <p:spPr>
          <a:xfrm>
            <a:off x="14452496" y="4191705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3" name="Google Shape;893;p31"/>
          <p:cNvSpPr txBox="1">
            <a:spLocks noGrp="1"/>
          </p:cNvSpPr>
          <p:nvPr>
            <p:ph type="body" idx="21"/>
          </p:nvPr>
        </p:nvSpPr>
        <p:spPr>
          <a:xfrm>
            <a:off x="14452496" y="5838596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4" name="Google Shape;894;p31"/>
          <p:cNvSpPr txBox="1">
            <a:spLocks noGrp="1"/>
          </p:cNvSpPr>
          <p:nvPr>
            <p:ph type="body" idx="22"/>
          </p:nvPr>
        </p:nvSpPr>
        <p:spPr>
          <a:xfrm>
            <a:off x="14452496" y="7489865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5" name="Google Shape;895;p31"/>
          <p:cNvSpPr txBox="1">
            <a:spLocks noGrp="1"/>
          </p:cNvSpPr>
          <p:nvPr>
            <p:ph type="body" idx="23"/>
          </p:nvPr>
        </p:nvSpPr>
        <p:spPr>
          <a:xfrm>
            <a:off x="14452496" y="9153824"/>
            <a:ext cx="46998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96" name="Google Shape;896;p31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Custom Layout">
  <p:cSld name="19_Custom Layout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2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99" name="Google Shape;899;p32"/>
          <p:cNvSpPr txBox="1">
            <a:spLocks noGrp="1"/>
          </p:cNvSpPr>
          <p:nvPr>
            <p:ph type="body" idx="1"/>
          </p:nvPr>
        </p:nvSpPr>
        <p:spPr>
          <a:xfrm>
            <a:off x="831850" y="854075"/>
            <a:ext cx="18544721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900" name="Google Shape;900;p32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901" name="Google Shape;901;p32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10" name="Google Shape;910;p32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1" name="Google Shape;911;p32"/>
          <p:cNvSpPr txBox="1">
            <a:spLocks noGrp="1"/>
          </p:cNvSpPr>
          <p:nvPr>
            <p:ph type="body" idx="2"/>
          </p:nvPr>
        </p:nvSpPr>
        <p:spPr>
          <a:xfrm>
            <a:off x="831850" y="8372929"/>
            <a:ext cx="18544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2" name="Google Shape;912;p32"/>
          <p:cNvSpPr>
            <a:spLocks noGrp="1"/>
          </p:cNvSpPr>
          <p:nvPr>
            <p:ph type="tbl" idx="3"/>
          </p:nvPr>
        </p:nvSpPr>
        <p:spPr>
          <a:xfrm>
            <a:off x="831850" y="2133600"/>
            <a:ext cx="18544721" cy="59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913" name="Google Shape;913;p32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3"/>
          <p:cNvSpPr/>
          <p:nvPr/>
        </p:nvSpPr>
        <p:spPr>
          <a:xfrm>
            <a:off x="3418476" y="6016597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16" name="Google Shape;916;p33"/>
          <p:cNvSpPr/>
          <p:nvPr/>
        </p:nvSpPr>
        <p:spPr>
          <a:xfrm>
            <a:off x="7414661" y="6016597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17" name="Google Shape;917;p33"/>
          <p:cNvSpPr/>
          <p:nvPr/>
        </p:nvSpPr>
        <p:spPr>
          <a:xfrm>
            <a:off x="11410846" y="6016597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18" name="Google Shape;918;p33"/>
          <p:cNvSpPr/>
          <p:nvPr/>
        </p:nvSpPr>
        <p:spPr>
          <a:xfrm>
            <a:off x="3418476" y="8016754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7414661" y="8016754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0" name="Google Shape;920;p33"/>
          <p:cNvSpPr/>
          <p:nvPr/>
        </p:nvSpPr>
        <p:spPr>
          <a:xfrm>
            <a:off x="11410846" y="8016754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3418476" y="4021743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2" name="Google Shape;922;p33"/>
          <p:cNvSpPr/>
          <p:nvPr/>
        </p:nvSpPr>
        <p:spPr>
          <a:xfrm>
            <a:off x="7414661" y="4021743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11410846" y="4021743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15407030" y="4021743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848754" y="4021743"/>
            <a:ext cx="2322137" cy="18339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26" name="Google Shape;926;p33"/>
          <p:cNvSpPr/>
          <p:nvPr/>
        </p:nvSpPr>
        <p:spPr>
          <a:xfrm>
            <a:off x="848754" y="6016597"/>
            <a:ext cx="2322137" cy="18339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27" name="Google Shape;927;p33"/>
          <p:cNvSpPr/>
          <p:nvPr/>
        </p:nvSpPr>
        <p:spPr>
          <a:xfrm>
            <a:off x="848754" y="8016754"/>
            <a:ext cx="2322137" cy="18339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15407030" y="6016597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15407030" y="8016754"/>
            <a:ext cx="3745325" cy="1833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30" name="Google Shape;930;p33"/>
          <p:cNvSpPr/>
          <p:nvPr/>
        </p:nvSpPr>
        <p:spPr>
          <a:xfrm>
            <a:off x="18424190" y="10038740"/>
            <a:ext cx="1679910" cy="1270610"/>
          </a:xfrm>
          <a:custGeom>
            <a:avLst/>
            <a:gdLst/>
            <a:ahLst/>
            <a:cxnLst/>
            <a:rect l="l" t="t" r="r" b="b"/>
            <a:pathLst>
              <a:path w="2872105" h="2172334" extrusionOk="0">
                <a:moveTo>
                  <a:pt x="2130143" y="0"/>
                </a:moveTo>
                <a:lnTo>
                  <a:pt x="2084487" y="3"/>
                </a:lnTo>
                <a:lnTo>
                  <a:pt x="2038925" y="1339"/>
                </a:lnTo>
                <a:lnTo>
                  <a:pt x="1993486" y="3999"/>
                </a:lnTo>
                <a:lnTo>
                  <a:pt x="1948200" y="7973"/>
                </a:lnTo>
                <a:lnTo>
                  <a:pt x="1903096" y="13254"/>
                </a:lnTo>
                <a:lnTo>
                  <a:pt x="1858204" y="19833"/>
                </a:lnTo>
                <a:lnTo>
                  <a:pt x="1813552" y="27700"/>
                </a:lnTo>
                <a:lnTo>
                  <a:pt x="1769171" y="36847"/>
                </a:lnTo>
                <a:lnTo>
                  <a:pt x="1725088" y="47265"/>
                </a:lnTo>
                <a:lnTo>
                  <a:pt x="1681334" y="58946"/>
                </a:lnTo>
                <a:lnTo>
                  <a:pt x="1637938" y="71881"/>
                </a:lnTo>
                <a:lnTo>
                  <a:pt x="1594929" y="86061"/>
                </a:lnTo>
                <a:lnTo>
                  <a:pt x="1552337" y="101477"/>
                </a:lnTo>
                <a:lnTo>
                  <a:pt x="1510190" y="118121"/>
                </a:lnTo>
                <a:lnTo>
                  <a:pt x="1468518" y="135984"/>
                </a:lnTo>
                <a:lnTo>
                  <a:pt x="1427351" y="155057"/>
                </a:lnTo>
                <a:lnTo>
                  <a:pt x="1386717" y="175332"/>
                </a:lnTo>
                <a:lnTo>
                  <a:pt x="1346646" y="196799"/>
                </a:lnTo>
                <a:lnTo>
                  <a:pt x="1307167" y="219451"/>
                </a:lnTo>
                <a:lnTo>
                  <a:pt x="1268310" y="243278"/>
                </a:lnTo>
                <a:lnTo>
                  <a:pt x="1230103" y="268271"/>
                </a:lnTo>
                <a:lnTo>
                  <a:pt x="1192577" y="294422"/>
                </a:lnTo>
                <a:lnTo>
                  <a:pt x="1155760" y="321722"/>
                </a:lnTo>
                <a:lnTo>
                  <a:pt x="1119682" y="350163"/>
                </a:lnTo>
                <a:lnTo>
                  <a:pt x="1084371" y="379735"/>
                </a:lnTo>
                <a:lnTo>
                  <a:pt x="1049858" y="410430"/>
                </a:lnTo>
                <a:lnTo>
                  <a:pt x="1016172" y="442240"/>
                </a:lnTo>
                <a:lnTo>
                  <a:pt x="983341" y="475155"/>
                </a:lnTo>
                <a:lnTo>
                  <a:pt x="951396" y="509166"/>
                </a:lnTo>
                <a:lnTo>
                  <a:pt x="920365" y="544266"/>
                </a:lnTo>
                <a:lnTo>
                  <a:pt x="890278" y="580445"/>
                </a:lnTo>
                <a:lnTo>
                  <a:pt x="861163" y="617695"/>
                </a:lnTo>
                <a:lnTo>
                  <a:pt x="833052" y="656006"/>
                </a:lnTo>
                <a:lnTo>
                  <a:pt x="805971" y="695370"/>
                </a:lnTo>
                <a:lnTo>
                  <a:pt x="779952" y="735779"/>
                </a:lnTo>
                <a:lnTo>
                  <a:pt x="755023" y="777224"/>
                </a:lnTo>
                <a:lnTo>
                  <a:pt x="731213" y="819695"/>
                </a:lnTo>
                <a:lnTo>
                  <a:pt x="0" y="2172029"/>
                </a:lnTo>
                <a:lnTo>
                  <a:pt x="2871968" y="2172029"/>
                </a:lnTo>
                <a:lnTo>
                  <a:pt x="2871968" y="200411"/>
                </a:lnTo>
                <a:lnTo>
                  <a:pt x="2849547" y="188269"/>
                </a:lnTo>
                <a:lnTo>
                  <a:pt x="2806368" y="165768"/>
                </a:lnTo>
                <a:lnTo>
                  <a:pt x="2762814" y="144738"/>
                </a:lnTo>
                <a:lnTo>
                  <a:pt x="2718915" y="125172"/>
                </a:lnTo>
                <a:lnTo>
                  <a:pt x="2674701" y="107060"/>
                </a:lnTo>
                <a:lnTo>
                  <a:pt x="2630199" y="90394"/>
                </a:lnTo>
                <a:lnTo>
                  <a:pt x="2585440" y="75165"/>
                </a:lnTo>
                <a:lnTo>
                  <a:pt x="2540454" y="61365"/>
                </a:lnTo>
                <a:lnTo>
                  <a:pt x="2495268" y="48984"/>
                </a:lnTo>
                <a:lnTo>
                  <a:pt x="2449913" y="38014"/>
                </a:lnTo>
                <a:lnTo>
                  <a:pt x="2404418" y="28447"/>
                </a:lnTo>
                <a:lnTo>
                  <a:pt x="2358811" y="20273"/>
                </a:lnTo>
                <a:lnTo>
                  <a:pt x="2313124" y="13484"/>
                </a:lnTo>
                <a:lnTo>
                  <a:pt x="2267384" y="8070"/>
                </a:lnTo>
                <a:lnTo>
                  <a:pt x="2221621" y="4024"/>
                </a:lnTo>
                <a:lnTo>
                  <a:pt x="2175864" y="1337"/>
                </a:lnTo>
                <a:lnTo>
                  <a:pt x="2130143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31" name="Google Shape;931;p33"/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53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8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32" name="Google Shape;932;p33"/>
          <p:cNvGrpSpPr/>
          <p:nvPr/>
        </p:nvGrpSpPr>
        <p:grpSpPr>
          <a:xfrm>
            <a:off x="831850" y="10505931"/>
            <a:ext cx="1954504" cy="276710"/>
            <a:chOff x="1025686" y="1025696"/>
            <a:chExt cx="3634921" cy="514616"/>
          </a:xfrm>
        </p:grpSpPr>
        <p:sp>
          <p:nvSpPr>
            <p:cNvPr id="933" name="Google Shape;933;p33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1741246" y="1051541"/>
              <a:ext cx="327025" cy="477520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2747817" y="1168200"/>
              <a:ext cx="363220" cy="372110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3169125" y="1169501"/>
              <a:ext cx="360045" cy="365760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3586529" y="1168198"/>
              <a:ext cx="313055" cy="372110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3945597" y="1168202"/>
              <a:ext cx="715010" cy="372110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42" name="Google Shape;942;p33"/>
          <p:cNvSpPr txBox="1"/>
          <p:nvPr/>
        </p:nvSpPr>
        <p:spPr>
          <a:xfrm>
            <a:off x="19163928" y="10551953"/>
            <a:ext cx="3337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3" name="Google Shape;943;p33"/>
          <p:cNvSpPr/>
          <p:nvPr/>
        </p:nvSpPr>
        <p:spPr>
          <a:xfrm>
            <a:off x="4766728" y="2276232"/>
            <a:ext cx="1048820" cy="104882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4000" b="1">
              <a:solidFill>
                <a:schemeClr val="lt1"/>
              </a:solidFill>
            </a:endParaRPr>
          </a:p>
        </p:txBody>
      </p:sp>
      <p:sp>
        <p:nvSpPr>
          <p:cNvPr id="944" name="Google Shape;944;p33"/>
          <p:cNvSpPr/>
          <p:nvPr/>
        </p:nvSpPr>
        <p:spPr>
          <a:xfrm>
            <a:off x="16755282" y="2276232"/>
            <a:ext cx="1048820" cy="104882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4000" b="1">
              <a:solidFill>
                <a:schemeClr val="lt1"/>
              </a:solidFill>
            </a:endParaRPr>
          </a:p>
        </p:txBody>
      </p:sp>
      <p:sp>
        <p:nvSpPr>
          <p:cNvPr id="945" name="Google Shape;945;p33"/>
          <p:cNvSpPr/>
          <p:nvPr/>
        </p:nvSpPr>
        <p:spPr>
          <a:xfrm>
            <a:off x="12759098" y="2276232"/>
            <a:ext cx="1048820" cy="104882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4000" b="1">
              <a:solidFill>
                <a:schemeClr val="lt1"/>
              </a:solidFill>
            </a:endParaRPr>
          </a:p>
        </p:txBody>
      </p:sp>
      <p:sp>
        <p:nvSpPr>
          <p:cNvPr id="946" name="Google Shape;946;p33"/>
          <p:cNvSpPr/>
          <p:nvPr/>
        </p:nvSpPr>
        <p:spPr>
          <a:xfrm>
            <a:off x="8762913" y="2276232"/>
            <a:ext cx="1048820" cy="104882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4000" b="1">
              <a:solidFill>
                <a:schemeClr val="lt1"/>
              </a:solidFill>
            </a:endParaRPr>
          </a:p>
        </p:txBody>
      </p:sp>
      <p:cxnSp>
        <p:nvCxnSpPr>
          <p:cNvPr id="947" name="Google Shape;947;p33"/>
          <p:cNvCxnSpPr>
            <a:stCxn id="943" idx="6"/>
            <a:endCxn id="946" idx="2"/>
          </p:cNvCxnSpPr>
          <p:nvPr/>
        </p:nvCxnSpPr>
        <p:spPr>
          <a:xfrm>
            <a:off x="5815548" y="2800642"/>
            <a:ext cx="29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8" name="Google Shape;948;p33"/>
          <p:cNvCxnSpPr>
            <a:stCxn id="946" idx="6"/>
            <a:endCxn id="945" idx="2"/>
          </p:cNvCxnSpPr>
          <p:nvPr/>
        </p:nvCxnSpPr>
        <p:spPr>
          <a:xfrm>
            <a:off x="9811733" y="2800642"/>
            <a:ext cx="29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9" name="Google Shape;949;p33"/>
          <p:cNvCxnSpPr>
            <a:stCxn id="945" idx="6"/>
            <a:endCxn id="944" idx="2"/>
          </p:cNvCxnSpPr>
          <p:nvPr/>
        </p:nvCxnSpPr>
        <p:spPr>
          <a:xfrm>
            <a:off x="13807918" y="2800642"/>
            <a:ext cx="29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0" name="Google Shape;950;p33"/>
          <p:cNvSpPr txBox="1">
            <a:spLocks noGrp="1"/>
          </p:cNvSpPr>
          <p:nvPr>
            <p:ph type="body" idx="1"/>
          </p:nvPr>
        </p:nvSpPr>
        <p:spPr>
          <a:xfrm>
            <a:off x="3418476" y="3522537"/>
            <a:ext cx="3745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1" name="Google Shape;951;p33"/>
          <p:cNvSpPr txBox="1">
            <a:spLocks noGrp="1"/>
          </p:cNvSpPr>
          <p:nvPr>
            <p:ph type="body" idx="2"/>
          </p:nvPr>
        </p:nvSpPr>
        <p:spPr>
          <a:xfrm>
            <a:off x="7414661" y="3522537"/>
            <a:ext cx="3745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body" idx="3"/>
          </p:nvPr>
        </p:nvSpPr>
        <p:spPr>
          <a:xfrm>
            <a:off x="15407030" y="3522537"/>
            <a:ext cx="3745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body" idx="4"/>
          </p:nvPr>
        </p:nvSpPr>
        <p:spPr>
          <a:xfrm>
            <a:off x="1075934" y="4784851"/>
            <a:ext cx="186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body" idx="5"/>
          </p:nvPr>
        </p:nvSpPr>
        <p:spPr>
          <a:xfrm>
            <a:off x="1075934" y="6779705"/>
            <a:ext cx="186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body" idx="6"/>
          </p:nvPr>
        </p:nvSpPr>
        <p:spPr>
          <a:xfrm>
            <a:off x="1075934" y="8779862"/>
            <a:ext cx="1867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6" name="Google Shape;956;p33"/>
          <p:cNvSpPr txBox="1">
            <a:spLocks noGrp="1"/>
          </p:cNvSpPr>
          <p:nvPr>
            <p:ph type="body" idx="7"/>
          </p:nvPr>
        </p:nvSpPr>
        <p:spPr>
          <a:xfrm>
            <a:off x="3609200" y="4800240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7" name="Google Shape;957;p33"/>
          <p:cNvSpPr txBox="1">
            <a:spLocks noGrp="1"/>
          </p:cNvSpPr>
          <p:nvPr>
            <p:ph type="body" idx="8"/>
          </p:nvPr>
        </p:nvSpPr>
        <p:spPr>
          <a:xfrm>
            <a:off x="3609200" y="6795094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8" name="Google Shape;958;p33"/>
          <p:cNvSpPr txBox="1">
            <a:spLocks noGrp="1"/>
          </p:cNvSpPr>
          <p:nvPr>
            <p:ph type="body" idx="9"/>
          </p:nvPr>
        </p:nvSpPr>
        <p:spPr>
          <a:xfrm>
            <a:off x="3609200" y="8795251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9" name="Google Shape;959;p33"/>
          <p:cNvSpPr txBox="1">
            <a:spLocks noGrp="1"/>
          </p:cNvSpPr>
          <p:nvPr>
            <p:ph type="body" idx="13"/>
          </p:nvPr>
        </p:nvSpPr>
        <p:spPr>
          <a:xfrm>
            <a:off x="7608330" y="4800240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0" name="Google Shape;960;p33"/>
          <p:cNvSpPr txBox="1">
            <a:spLocks noGrp="1"/>
          </p:cNvSpPr>
          <p:nvPr>
            <p:ph type="body" idx="14"/>
          </p:nvPr>
        </p:nvSpPr>
        <p:spPr>
          <a:xfrm>
            <a:off x="7608330" y="6795094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1" name="Google Shape;961;p33"/>
          <p:cNvSpPr txBox="1">
            <a:spLocks noGrp="1"/>
          </p:cNvSpPr>
          <p:nvPr>
            <p:ph type="body" idx="15"/>
          </p:nvPr>
        </p:nvSpPr>
        <p:spPr>
          <a:xfrm>
            <a:off x="7608330" y="8795251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2" name="Google Shape;962;p33"/>
          <p:cNvSpPr txBox="1">
            <a:spLocks noGrp="1"/>
          </p:cNvSpPr>
          <p:nvPr>
            <p:ph type="body" idx="16"/>
          </p:nvPr>
        </p:nvSpPr>
        <p:spPr>
          <a:xfrm>
            <a:off x="11604515" y="4800240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3" name="Google Shape;963;p33"/>
          <p:cNvSpPr txBox="1">
            <a:spLocks noGrp="1"/>
          </p:cNvSpPr>
          <p:nvPr>
            <p:ph type="body" idx="17"/>
          </p:nvPr>
        </p:nvSpPr>
        <p:spPr>
          <a:xfrm>
            <a:off x="11604515" y="6795094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4" name="Google Shape;964;p33"/>
          <p:cNvSpPr txBox="1">
            <a:spLocks noGrp="1"/>
          </p:cNvSpPr>
          <p:nvPr>
            <p:ph type="body" idx="18"/>
          </p:nvPr>
        </p:nvSpPr>
        <p:spPr>
          <a:xfrm>
            <a:off x="11604515" y="8795251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5" name="Google Shape;965;p33"/>
          <p:cNvSpPr txBox="1">
            <a:spLocks noGrp="1"/>
          </p:cNvSpPr>
          <p:nvPr>
            <p:ph type="body" idx="19"/>
          </p:nvPr>
        </p:nvSpPr>
        <p:spPr>
          <a:xfrm>
            <a:off x="15600699" y="4800240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33"/>
          <p:cNvSpPr txBox="1">
            <a:spLocks noGrp="1"/>
          </p:cNvSpPr>
          <p:nvPr>
            <p:ph type="body" idx="20"/>
          </p:nvPr>
        </p:nvSpPr>
        <p:spPr>
          <a:xfrm>
            <a:off x="15600699" y="6795094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33"/>
          <p:cNvSpPr txBox="1">
            <a:spLocks noGrp="1"/>
          </p:cNvSpPr>
          <p:nvPr>
            <p:ph type="body" idx="21"/>
          </p:nvPr>
        </p:nvSpPr>
        <p:spPr>
          <a:xfrm>
            <a:off x="15600699" y="8795251"/>
            <a:ext cx="335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spcBef>
                <a:spcPts val="1800"/>
              </a:spcBef>
              <a:spcAft>
                <a:spcPts val="0"/>
              </a:spcAft>
              <a:buSzPts val="3200"/>
              <a:buFont typeface="Noto Sans Symbols"/>
              <a:buChar char="▪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spcBef>
                <a:spcPts val="600"/>
              </a:spcBef>
              <a:spcAft>
                <a:spcPts val="0"/>
              </a:spcAft>
              <a:buSzPts val="3200"/>
              <a:buFont typeface="Courier New"/>
              <a:buChar char="o"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8" name="Google Shape;968;p33"/>
          <p:cNvSpPr txBox="1">
            <a:spLocks noGrp="1"/>
          </p:cNvSpPr>
          <p:nvPr>
            <p:ph type="body" idx="22"/>
          </p:nvPr>
        </p:nvSpPr>
        <p:spPr>
          <a:xfrm>
            <a:off x="11410846" y="3522537"/>
            <a:ext cx="3745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Arial"/>
              <a:buChar char="•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06400" algn="l" rtl="0">
              <a:spcBef>
                <a:spcPts val="600"/>
              </a:spcBef>
              <a:spcAft>
                <a:spcPts val="0"/>
              </a:spcAft>
              <a:buSzPts val="2800"/>
              <a:buFont typeface="Courier New"/>
              <a:buChar char="o"/>
              <a:defRPr sz="28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969" name="Google Shape;969;p33"/>
          <p:cNvCxnSpPr/>
          <p:nvPr/>
        </p:nvCxnSpPr>
        <p:spPr>
          <a:xfrm>
            <a:off x="3009900" y="10644286"/>
            <a:ext cx="1575435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1 + big image 1 1 1 3">
  <p:cSld name="Title + 1 column 1 + big image 1 1 1 3">
    <p:bg>
      <p:bgPr>
        <a:noFill/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34"/>
          <p:cNvPicPr preferRelativeResize="0"/>
          <p:nvPr/>
        </p:nvPicPr>
        <p:blipFill rotWithShape="1">
          <a:blip r:embed="rId2">
            <a:alphaModFix/>
          </a:blip>
          <a:srcRect t="6040" r="21482" b="6040"/>
          <a:stretch/>
        </p:blipFill>
        <p:spPr>
          <a:xfrm>
            <a:off x="14399310" y="-22922"/>
            <a:ext cx="5704791" cy="11425502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34"/>
          <p:cNvSpPr/>
          <p:nvPr/>
        </p:nvSpPr>
        <p:spPr>
          <a:xfrm>
            <a:off x="-502602" y="-22921"/>
            <a:ext cx="18654523" cy="1135527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  <a:effectLst>
            <a:outerShdw blurRad="28575" dist="371475" dir="5400000" algn="bl" rotWithShape="0">
              <a:srgbClr val="000000">
                <a:alpha val="73725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973" name="Google Shape;97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57469" y="10100579"/>
            <a:ext cx="878512" cy="8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34"/>
          <p:cNvSpPr/>
          <p:nvPr/>
        </p:nvSpPr>
        <p:spPr>
          <a:xfrm>
            <a:off x="-502601" y="-45295"/>
            <a:ext cx="18320536" cy="11425524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ig image 1 1 1">
  <p:cSld name="Title + big image 1 1 1">
    <p:bg>
      <p:bgPr>
        <a:noFill/>
        <a:effectLst/>
      </p:bgPr>
    </p:bg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35"/>
          <p:cNvPicPr preferRelativeResize="0"/>
          <p:nvPr/>
        </p:nvPicPr>
        <p:blipFill rotWithShape="1">
          <a:blip r:embed="rId2">
            <a:alphaModFix/>
          </a:blip>
          <a:srcRect t="4471" b="4461"/>
          <a:stretch/>
        </p:blipFill>
        <p:spPr>
          <a:xfrm>
            <a:off x="1340494" y="0"/>
            <a:ext cx="18763600" cy="11382784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35"/>
          <p:cNvSpPr/>
          <p:nvPr/>
        </p:nvSpPr>
        <p:spPr>
          <a:xfrm>
            <a:off x="460059" y="-21272"/>
            <a:ext cx="6764577" cy="11361186"/>
          </a:xfrm>
          <a:custGeom>
            <a:avLst/>
            <a:gdLst/>
            <a:ahLst/>
            <a:cxnLst/>
            <a:rect l="l" t="t" r="r" b="b"/>
            <a:pathLst>
              <a:path w="123070" h="206683" extrusionOk="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8" name="Google Shape;978;p35"/>
          <p:cNvSpPr/>
          <p:nvPr/>
        </p:nvSpPr>
        <p:spPr>
          <a:xfrm>
            <a:off x="-42543" y="-21273"/>
            <a:ext cx="6764577" cy="11494112"/>
          </a:xfrm>
          <a:custGeom>
            <a:avLst/>
            <a:gdLst/>
            <a:ahLst/>
            <a:cxnLst/>
            <a:rect l="l" t="t" r="r" b="b"/>
            <a:pathLst>
              <a:path w="123070" h="206683" extrusionOk="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1 + big image 1 1 1 2">
  <p:cSld name="Title + 1 column 1 + big image 1 1 1 2">
    <p:bg>
      <p:bgPr>
        <a:noFill/>
        <a:effectLst/>
      </p:bgPr>
    </p:bg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p36"/>
          <p:cNvPicPr preferRelativeResize="0"/>
          <p:nvPr/>
        </p:nvPicPr>
        <p:blipFill rotWithShape="1">
          <a:blip r:embed="rId2">
            <a:alphaModFix/>
          </a:blip>
          <a:srcRect l="33347" r="40113"/>
          <a:stretch/>
        </p:blipFill>
        <p:spPr>
          <a:xfrm>
            <a:off x="14549419" y="-22921"/>
            <a:ext cx="5626250" cy="114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36"/>
          <p:cNvSpPr/>
          <p:nvPr/>
        </p:nvSpPr>
        <p:spPr>
          <a:xfrm>
            <a:off x="-502602" y="-22921"/>
            <a:ext cx="18654523" cy="1135527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  <a:effectLst>
            <a:outerShdw blurRad="28575" dist="371475" dir="5400000" algn="bl" rotWithShape="0">
              <a:srgbClr val="000000">
                <a:alpha val="73725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982" name="Google Shape;98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89935" y="10100579"/>
            <a:ext cx="878512" cy="8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36"/>
          <p:cNvSpPr/>
          <p:nvPr/>
        </p:nvSpPr>
        <p:spPr>
          <a:xfrm>
            <a:off x="-502601" y="-45295"/>
            <a:ext cx="18320536" cy="11425524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1 + big image 1 1">
  <p:cSld name="Title + 1 column 1 + big image 1 1">
    <p:bg>
      <p:bgPr>
        <a:noFill/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37"/>
          <p:cNvPicPr preferRelativeResize="0"/>
          <p:nvPr/>
        </p:nvPicPr>
        <p:blipFill rotWithShape="1">
          <a:blip r:embed="rId2">
            <a:alphaModFix/>
          </a:blip>
          <a:srcRect l="2070" r="2078"/>
          <a:stretch/>
        </p:blipFill>
        <p:spPr>
          <a:xfrm>
            <a:off x="13059037" y="-22922"/>
            <a:ext cx="7309386" cy="11425498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37"/>
          <p:cNvSpPr/>
          <p:nvPr/>
        </p:nvSpPr>
        <p:spPr>
          <a:xfrm>
            <a:off x="-502602" y="-22921"/>
            <a:ext cx="18654523" cy="1135527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  <a:effectLst>
            <a:outerShdw blurRad="28575" dist="371475" dir="5400000" algn="bl" rotWithShape="0">
              <a:srgbClr val="000000">
                <a:alpha val="73725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987" name="Google Shape;98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57469" y="10100579"/>
            <a:ext cx="878512" cy="8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37"/>
          <p:cNvSpPr/>
          <p:nvPr/>
        </p:nvSpPr>
        <p:spPr>
          <a:xfrm>
            <a:off x="-502601" y="-45295"/>
            <a:ext cx="18320536" cy="11425524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3">
  <p:cSld name="Title + 2 columns 3">
    <p:bg>
      <p:bgPr>
        <a:noFill/>
        <a:effectLst/>
      </p:bgPr>
    </p:bg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38"/>
          <p:cNvPicPr preferRelativeResize="0"/>
          <p:nvPr/>
        </p:nvPicPr>
        <p:blipFill rotWithShape="1">
          <a:blip r:embed="rId2">
            <a:alphaModFix/>
          </a:blip>
          <a:srcRect l="26280" r="26285"/>
          <a:stretch/>
        </p:blipFill>
        <p:spPr>
          <a:xfrm>
            <a:off x="12939157" y="-22922"/>
            <a:ext cx="7247174" cy="1145271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38"/>
          <p:cNvSpPr/>
          <p:nvPr/>
        </p:nvSpPr>
        <p:spPr>
          <a:xfrm>
            <a:off x="-502602" y="-22921"/>
            <a:ext cx="18654523" cy="1135527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2" name="Google Shape;992;p38"/>
          <p:cNvSpPr/>
          <p:nvPr/>
        </p:nvSpPr>
        <p:spPr>
          <a:xfrm>
            <a:off x="0" y="-22922"/>
            <a:ext cx="1034886" cy="11355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01000" tIns="201000" rIns="201000" bIns="20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</p:txBody>
      </p:sp>
      <p:sp>
        <p:nvSpPr>
          <p:cNvPr id="993" name="Google Shape;993;p38"/>
          <p:cNvSpPr/>
          <p:nvPr/>
        </p:nvSpPr>
        <p:spPr>
          <a:xfrm>
            <a:off x="-502601" y="-45293"/>
            <a:ext cx="18320536" cy="1145271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994" name="Google Shape;99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57469" y="10100579"/>
            <a:ext cx="878512" cy="8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1 + big image 1 2">
  <p:cSld name="Title + 1 column 1 + big image 1 2">
    <p:bg>
      <p:bgPr>
        <a:noFill/>
        <a:effectLst/>
      </p:bgPr>
    </p:bg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39"/>
          <p:cNvPicPr preferRelativeResize="0"/>
          <p:nvPr/>
        </p:nvPicPr>
        <p:blipFill rotWithShape="1">
          <a:blip r:embed="rId2">
            <a:alphaModFix/>
          </a:blip>
          <a:srcRect l="7322" r="7330"/>
          <a:stretch/>
        </p:blipFill>
        <p:spPr>
          <a:xfrm>
            <a:off x="13059036" y="-45294"/>
            <a:ext cx="7131800" cy="11425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97" name="Google Shape;997;p39"/>
          <p:cNvSpPr/>
          <p:nvPr/>
        </p:nvSpPr>
        <p:spPr>
          <a:xfrm>
            <a:off x="-502602" y="-22921"/>
            <a:ext cx="18654523" cy="1135527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8" name="Google Shape;998;p39"/>
          <p:cNvSpPr/>
          <p:nvPr/>
        </p:nvSpPr>
        <p:spPr>
          <a:xfrm>
            <a:off x="-502601" y="-45295"/>
            <a:ext cx="18320536" cy="11425524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9" name="Google Shape;999;p39"/>
          <p:cNvSpPr txBox="1"/>
          <p:nvPr/>
        </p:nvSpPr>
        <p:spPr>
          <a:xfrm>
            <a:off x="15309479" y="209872"/>
            <a:ext cx="4794511" cy="7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0" tIns="201000" rIns="201000" bIns="2010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Karla"/>
              <a:buNone/>
            </a:pPr>
            <a:r>
              <a:rPr lang="en-US" sz="2199" b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Blue Sky Applications</a:t>
            </a:r>
            <a:endParaRPr sz="2199" b="1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00" name="Google Shape;1000;p39"/>
          <p:cNvSpPr/>
          <p:nvPr/>
        </p:nvSpPr>
        <p:spPr>
          <a:xfrm>
            <a:off x="18977890" y="10213595"/>
            <a:ext cx="878565" cy="87862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000" tIns="201000" rIns="201000" bIns="20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</p:txBody>
      </p:sp>
      <p:pic>
        <p:nvPicPr>
          <p:cNvPr id="1001" name="Google Shape;100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77915" y="10213594"/>
            <a:ext cx="878567" cy="878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2">
  <p:cSld name="Title + 2 columns 2">
    <p:bg>
      <p:bgPr>
        <a:noFill/>
        <a:effectLst/>
      </p:bgPr>
    </p:bg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40"/>
          <p:cNvPicPr preferRelativeResize="0"/>
          <p:nvPr/>
        </p:nvPicPr>
        <p:blipFill rotWithShape="1">
          <a:blip r:embed="rId2">
            <a:alphaModFix/>
          </a:blip>
          <a:srcRect l="2525" r="16769"/>
          <a:stretch/>
        </p:blipFill>
        <p:spPr>
          <a:xfrm>
            <a:off x="13944362" y="-22921"/>
            <a:ext cx="6159737" cy="114527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40"/>
          <p:cNvSpPr/>
          <p:nvPr/>
        </p:nvSpPr>
        <p:spPr>
          <a:xfrm>
            <a:off x="-502602" y="-22921"/>
            <a:ext cx="18654523" cy="1135527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05" name="Google Shape;1005;p40"/>
          <p:cNvSpPr/>
          <p:nvPr/>
        </p:nvSpPr>
        <p:spPr>
          <a:xfrm>
            <a:off x="0" y="-22922"/>
            <a:ext cx="1034886" cy="11355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01000" tIns="201000" rIns="201000" bIns="20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</p:txBody>
      </p:sp>
      <p:sp>
        <p:nvSpPr>
          <p:cNvPr id="1006" name="Google Shape;1006;p40"/>
          <p:cNvSpPr/>
          <p:nvPr/>
        </p:nvSpPr>
        <p:spPr>
          <a:xfrm>
            <a:off x="-502601" y="-45293"/>
            <a:ext cx="18320536" cy="11452716"/>
          </a:xfrm>
          <a:custGeom>
            <a:avLst/>
            <a:gdLst/>
            <a:ahLst/>
            <a:cxnLst/>
            <a:rect l="l" t="t" r="r" b="b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007" name="Google Shape;100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57469" y="10100579"/>
            <a:ext cx="878512" cy="8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1"/>
          <p:cNvSpPr>
            <a:spLocks noGrp="1"/>
          </p:cNvSpPr>
          <p:nvPr>
            <p:ph type="pic" idx="2"/>
          </p:nvPr>
        </p:nvSpPr>
        <p:spPr>
          <a:xfrm>
            <a:off x="9824944" y="1"/>
            <a:ext cx="10278900" cy="11334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1"/>
          <p:cNvSpPr/>
          <p:nvPr/>
        </p:nvSpPr>
        <p:spPr>
          <a:xfrm>
            <a:off x="17309630" y="9184503"/>
            <a:ext cx="2794316" cy="2124847"/>
          </a:xfrm>
          <a:custGeom>
            <a:avLst/>
            <a:gdLst/>
            <a:ahLst/>
            <a:cxnLst/>
            <a:rect l="l" t="t" r="r" b="b"/>
            <a:pathLst>
              <a:path w="2794316" h="2124847" extrusionOk="0">
                <a:moveTo>
                  <a:pt x="2061616" y="0"/>
                </a:moveTo>
                <a:lnTo>
                  <a:pt x="2106770" y="925"/>
                </a:lnTo>
                <a:lnTo>
                  <a:pt x="2151968" y="3207"/>
                </a:lnTo>
                <a:lnTo>
                  <a:pt x="2197182" y="6855"/>
                </a:lnTo>
                <a:lnTo>
                  <a:pt x="2242378" y="11877"/>
                </a:lnTo>
                <a:lnTo>
                  <a:pt x="2287530" y="18283"/>
                </a:lnTo>
                <a:lnTo>
                  <a:pt x="2332606" y="26081"/>
                </a:lnTo>
                <a:lnTo>
                  <a:pt x="2377574" y="35281"/>
                </a:lnTo>
                <a:lnTo>
                  <a:pt x="2422408" y="45892"/>
                </a:lnTo>
                <a:lnTo>
                  <a:pt x="2467076" y="57922"/>
                </a:lnTo>
                <a:lnTo>
                  <a:pt x="2511546" y="71380"/>
                </a:lnTo>
                <a:lnTo>
                  <a:pt x="2555790" y="86276"/>
                </a:lnTo>
                <a:lnTo>
                  <a:pt x="2599780" y="102618"/>
                </a:lnTo>
                <a:lnTo>
                  <a:pt x="2643482" y="120415"/>
                </a:lnTo>
                <a:lnTo>
                  <a:pt x="2686866" y="139676"/>
                </a:lnTo>
                <a:lnTo>
                  <a:pt x="2729906" y="160411"/>
                </a:lnTo>
                <a:lnTo>
                  <a:pt x="2772568" y="182628"/>
                </a:lnTo>
                <a:lnTo>
                  <a:pt x="2794316" y="194408"/>
                </a:lnTo>
                <a:lnTo>
                  <a:pt x="2794316" y="2124847"/>
                </a:lnTo>
                <a:lnTo>
                  <a:pt x="0" y="2124847"/>
                </a:lnTo>
                <a:lnTo>
                  <a:pt x="719226" y="794683"/>
                </a:lnTo>
                <a:lnTo>
                  <a:pt x="742760" y="752733"/>
                </a:lnTo>
                <a:lnTo>
                  <a:pt x="767420" y="711817"/>
                </a:lnTo>
                <a:lnTo>
                  <a:pt x="793178" y="671945"/>
                </a:lnTo>
                <a:lnTo>
                  <a:pt x="820002" y="633124"/>
                </a:lnTo>
                <a:lnTo>
                  <a:pt x="847862" y="595365"/>
                </a:lnTo>
                <a:lnTo>
                  <a:pt x="876728" y="558676"/>
                </a:lnTo>
                <a:lnTo>
                  <a:pt x="906572" y="523066"/>
                </a:lnTo>
                <a:lnTo>
                  <a:pt x="937362" y="488544"/>
                </a:lnTo>
                <a:lnTo>
                  <a:pt x="969068" y="455118"/>
                </a:lnTo>
                <a:lnTo>
                  <a:pt x="1001660" y="422799"/>
                </a:lnTo>
                <a:lnTo>
                  <a:pt x="1035108" y="391594"/>
                </a:lnTo>
                <a:lnTo>
                  <a:pt x="1069382" y="361513"/>
                </a:lnTo>
                <a:lnTo>
                  <a:pt x="1104452" y="332565"/>
                </a:lnTo>
                <a:lnTo>
                  <a:pt x="1140288" y="304758"/>
                </a:lnTo>
                <a:lnTo>
                  <a:pt x="1176860" y="278103"/>
                </a:lnTo>
                <a:lnTo>
                  <a:pt x="1214138" y="252606"/>
                </a:lnTo>
                <a:lnTo>
                  <a:pt x="1252092" y="228279"/>
                </a:lnTo>
                <a:lnTo>
                  <a:pt x="1290692" y="205129"/>
                </a:lnTo>
                <a:lnTo>
                  <a:pt x="1329908" y="183165"/>
                </a:lnTo>
                <a:lnTo>
                  <a:pt x="1369708" y="162397"/>
                </a:lnTo>
                <a:lnTo>
                  <a:pt x="1410064" y="142833"/>
                </a:lnTo>
                <a:lnTo>
                  <a:pt x="1450946" y="124483"/>
                </a:lnTo>
                <a:lnTo>
                  <a:pt x="1492322" y="107355"/>
                </a:lnTo>
                <a:lnTo>
                  <a:pt x="1534164" y="91458"/>
                </a:lnTo>
                <a:lnTo>
                  <a:pt x="1576442" y="76802"/>
                </a:lnTo>
                <a:lnTo>
                  <a:pt x="1619124" y="63395"/>
                </a:lnTo>
                <a:lnTo>
                  <a:pt x="1662182" y="51246"/>
                </a:lnTo>
                <a:lnTo>
                  <a:pt x="1705584" y="40364"/>
                </a:lnTo>
                <a:lnTo>
                  <a:pt x="1749300" y="30758"/>
                </a:lnTo>
                <a:lnTo>
                  <a:pt x="1793304" y="22437"/>
                </a:lnTo>
                <a:lnTo>
                  <a:pt x="1837560" y="15410"/>
                </a:lnTo>
                <a:lnTo>
                  <a:pt x="1882042" y="9686"/>
                </a:lnTo>
                <a:lnTo>
                  <a:pt x="1926718" y="5274"/>
                </a:lnTo>
                <a:lnTo>
                  <a:pt x="1971560" y="2183"/>
                </a:lnTo>
                <a:lnTo>
                  <a:pt x="2016536" y="4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8992848" y="3"/>
            <a:ext cx="5045709" cy="11308715"/>
          </a:xfrm>
          <a:custGeom>
            <a:avLst/>
            <a:gdLst/>
            <a:ahLst/>
            <a:cxnLst/>
            <a:rect l="l" t="t" r="r" b="b"/>
            <a:pathLst>
              <a:path w="5045709" h="11308715" extrusionOk="0">
                <a:moveTo>
                  <a:pt x="5045590" y="0"/>
                </a:moveTo>
                <a:lnTo>
                  <a:pt x="4145618" y="0"/>
                </a:lnTo>
                <a:lnTo>
                  <a:pt x="246260" y="7210942"/>
                </a:lnTo>
                <a:lnTo>
                  <a:pt x="223815" y="7253618"/>
                </a:lnTo>
                <a:lnTo>
                  <a:pt x="202475" y="7296579"/>
                </a:lnTo>
                <a:lnTo>
                  <a:pt x="182235" y="7339811"/>
                </a:lnTo>
                <a:lnTo>
                  <a:pt x="163089" y="7383295"/>
                </a:lnTo>
                <a:lnTo>
                  <a:pt x="145032" y="7427015"/>
                </a:lnTo>
                <a:lnTo>
                  <a:pt x="128061" y="7470956"/>
                </a:lnTo>
                <a:lnTo>
                  <a:pt x="112169" y="7515099"/>
                </a:lnTo>
                <a:lnTo>
                  <a:pt x="97352" y="7559429"/>
                </a:lnTo>
                <a:lnTo>
                  <a:pt x="83605" y="7603928"/>
                </a:lnTo>
                <a:lnTo>
                  <a:pt x="70923" y="7648581"/>
                </a:lnTo>
                <a:lnTo>
                  <a:pt x="59301" y="7693370"/>
                </a:lnTo>
                <a:lnTo>
                  <a:pt x="48734" y="7738280"/>
                </a:lnTo>
                <a:lnTo>
                  <a:pt x="39217" y="7783293"/>
                </a:lnTo>
                <a:lnTo>
                  <a:pt x="30745" y="7828392"/>
                </a:lnTo>
                <a:lnTo>
                  <a:pt x="23313" y="7873562"/>
                </a:lnTo>
                <a:lnTo>
                  <a:pt x="16917" y="7918785"/>
                </a:lnTo>
                <a:lnTo>
                  <a:pt x="11550" y="7964045"/>
                </a:lnTo>
                <a:lnTo>
                  <a:pt x="7209" y="8009325"/>
                </a:lnTo>
                <a:lnTo>
                  <a:pt x="3889" y="8054609"/>
                </a:lnTo>
                <a:lnTo>
                  <a:pt x="1584" y="8099880"/>
                </a:lnTo>
                <a:lnTo>
                  <a:pt x="289" y="8145122"/>
                </a:lnTo>
                <a:lnTo>
                  <a:pt x="0" y="8190317"/>
                </a:lnTo>
                <a:lnTo>
                  <a:pt x="711" y="8235449"/>
                </a:lnTo>
                <a:lnTo>
                  <a:pt x="2418" y="8280502"/>
                </a:lnTo>
                <a:lnTo>
                  <a:pt x="5115" y="8325459"/>
                </a:lnTo>
                <a:lnTo>
                  <a:pt x="8798" y="8370303"/>
                </a:lnTo>
                <a:lnTo>
                  <a:pt x="13462" y="8415018"/>
                </a:lnTo>
                <a:lnTo>
                  <a:pt x="19102" y="8459587"/>
                </a:lnTo>
                <a:lnTo>
                  <a:pt x="25713" y="8503994"/>
                </a:lnTo>
                <a:lnTo>
                  <a:pt x="33289" y="8548221"/>
                </a:lnTo>
                <a:lnTo>
                  <a:pt x="41827" y="8592253"/>
                </a:lnTo>
                <a:lnTo>
                  <a:pt x="51320" y="8636072"/>
                </a:lnTo>
                <a:lnTo>
                  <a:pt x="61765" y="8679662"/>
                </a:lnTo>
                <a:lnTo>
                  <a:pt x="73156" y="8723006"/>
                </a:lnTo>
                <a:lnTo>
                  <a:pt x="85487" y="8766089"/>
                </a:lnTo>
                <a:lnTo>
                  <a:pt x="98755" y="8808892"/>
                </a:lnTo>
                <a:lnTo>
                  <a:pt x="112954" y="8851400"/>
                </a:lnTo>
                <a:lnTo>
                  <a:pt x="128080" y="8893596"/>
                </a:lnTo>
                <a:lnTo>
                  <a:pt x="144127" y="8935463"/>
                </a:lnTo>
                <a:lnTo>
                  <a:pt x="161090" y="8976984"/>
                </a:lnTo>
                <a:lnTo>
                  <a:pt x="178964" y="9018144"/>
                </a:lnTo>
                <a:lnTo>
                  <a:pt x="197745" y="9058925"/>
                </a:lnTo>
                <a:lnTo>
                  <a:pt x="217428" y="9099311"/>
                </a:lnTo>
                <a:lnTo>
                  <a:pt x="238007" y="9139286"/>
                </a:lnTo>
                <a:lnTo>
                  <a:pt x="259478" y="9178831"/>
                </a:lnTo>
                <a:lnTo>
                  <a:pt x="281835" y="9217932"/>
                </a:lnTo>
                <a:lnTo>
                  <a:pt x="305075" y="9256571"/>
                </a:lnTo>
                <a:lnTo>
                  <a:pt x="329191" y="9294732"/>
                </a:lnTo>
                <a:lnTo>
                  <a:pt x="354178" y="9332397"/>
                </a:lnTo>
                <a:lnTo>
                  <a:pt x="380033" y="9369552"/>
                </a:lnTo>
                <a:lnTo>
                  <a:pt x="406750" y="9406178"/>
                </a:lnTo>
                <a:lnTo>
                  <a:pt x="434323" y="9442259"/>
                </a:lnTo>
                <a:lnTo>
                  <a:pt x="462749" y="9477779"/>
                </a:lnTo>
                <a:lnTo>
                  <a:pt x="492021" y="9512721"/>
                </a:lnTo>
                <a:lnTo>
                  <a:pt x="522136" y="9547068"/>
                </a:lnTo>
                <a:lnTo>
                  <a:pt x="553088" y="9580804"/>
                </a:lnTo>
                <a:lnTo>
                  <a:pt x="584872" y="9613913"/>
                </a:lnTo>
                <a:lnTo>
                  <a:pt x="617483" y="9646376"/>
                </a:lnTo>
                <a:lnTo>
                  <a:pt x="650917" y="9678179"/>
                </a:lnTo>
                <a:lnTo>
                  <a:pt x="685168" y="9709304"/>
                </a:lnTo>
                <a:lnTo>
                  <a:pt x="720232" y="9739735"/>
                </a:lnTo>
                <a:lnTo>
                  <a:pt x="756102" y="9769454"/>
                </a:lnTo>
                <a:lnTo>
                  <a:pt x="792776" y="9798446"/>
                </a:lnTo>
                <a:lnTo>
                  <a:pt x="830247" y="9826694"/>
                </a:lnTo>
                <a:lnTo>
                  <a:pt x="868510" y="9854181"/>
                </a:lnTo>
                <a:lnTo>
                  <a:pt x="907561" y="9880891"/>
                </a:lnTo>
                <a:lnTo>
                  <a:pt x="947395" y="9906806"/>
                </a:lnTo>
                <a:lnTo>
                  <a:pt x="988007" y="9931911"/>
                </a:lnTo>
                <a:lnTo>
                  <a:pt x="1029391" y="9956189"/>
                </a:lnTo>
                <a:lnTo>
                  <a:pt x="1071544" y="9979622"/>
                </a:lnTo>
                <a:lnTo>
                  <a:pt x="3529050" y="11308556"/>
                </a:lnTo>
                <a:lnTo>
                  <a:pt x="3642659" y="11308556"/>
                </a:lnTo>
                <a:lnTo>
                  <a:pt x="2066100" y="10456048"/>
                </a:lnTo>
                <a:lnTo>
                  <a:pt x="2023578" y="10432491"/>
                </a:lnTo>
                <a:lnTo>
                  <a:pt x="1981733" y="10408187"/>
                </a:lnTo>
                <a:lnTo>
                  <a:pt x="1940568" y="10383151"/>
                </a:lnTo>
                <a:lnTo>
                  <a:pt x="1900087" y="10357395"/>
                </a:lnTo>
                <a:lnTo>
                  <a:pt x="1860293" y="10330930"/>
                </a:lnTo>
                <a:lnTo>
                  <a:pt x="1821192" y="10303772"/>
                </a:lnTo>
                <a:lnTo>
                  <a:pt x="1782786" y="10275931"/>
                </a:lnTo>
                <a:lnTo>
                  <a:pt x="1745079" y="10247421"/>
                </a:lnTo>
                <a:lnTo>
                  <a:pt x="1708076" y="10218255"/>
                </a:lnTo>
                <a:lnTo>
                  <a:pt x="1671779" y="10188445"/>
                </a:lnTo>
                <a:lnTo>
                  <a:pt x="1636193" y="10158005"/>
                </a:lnTo>
                <a:lnTo>
                  <a:pt x="1601322" y="10126947"/>
                </a:lnTo>
                <a:lnTo>
                  <a:pt x="1567170" y="10095284"/>
                </a:lnTo>
                <a:lnTo>
                  <a:pt x="1533739" y="10063029"/>
                </a:lnTo>
                <a:lnTo>
                  <a:pt x="1501035" y="10030195"/>
                </a:lnTo>
                <a:lnTo>
                  <a:pt x="1469060" y="9996794"/>
                </a:lnTo>
                <a:lnTo>
                  <a:pt x="1437820" y="9962840"/>
                </a:lnTo>
                <a:lnTo>
                  <a:pt x="1407316" y="9928344"/>
                </a:lnTo>
                <a:lnTo>
                  <a:pt x="1377554" y="9893321"/>
                </a:lnTo>
                <a:lnTo>
                  <a:pt x="1348538" y="9857782"/>
                </a:lnTo>
                <a:lnTo>
                  <a:pt x="1320270" y="9821741"/>
                </a:lnTo>
                <a:lnTo>
                  <a:pt x="1292755" y="9785210"/>
                </a:lnTo>
                <a:lnTo>
                  <a:pt x="1265997" y="9748203"/>
                </a:lnTo>
                <a:lnTo>
                  <a:pt x="1239999" y="9710731"/>
                </a:lnTo>
                <a:lnTo>
                  <a:pt x="1214765" y="9672809"/>
                </a:lnTo>
                <a:lnTo>
                  <a:pt x="1190300" y="9634448"/>
                </a:lnTo>
                <a:lnTo>
                  <a:pt x="1166606" y="9595662"/>
                </a:lnTo>
                <a:lnTo>
                  <a:pt x="1143688" y="9556463"/>
                </a:lnTo>
                <a:lnTo>
                  <a:pt x="1121550" y="9516864"/>
                </a:lnTo>
                <a:lnTo>
                  <a:pt x="1100195" y="9476878"/>
                </a:lnTo>
                <a:lnTo>
                  <a:pt x="1079628" y="9436518"/>
                </a:lnTo>
                <a:lnTo>
                  <a:pt x="1059851" y="9395797"/>
                </a:lnTo>
                <a:lnTo>
                  <a:pt x="1040869" y="9354727"/>
                </a:lnTo>
                <a:lnTo>
                  <a:pt x="1022686" y="9313321"/>
                </a:lnTo>
                <a:lnTo>
                  <a:pt x="1005305" y="9271593"/>
                </a:lnTo>
                <a:lnTo>
                  <a:pt x="988731" y="9229554"/>
                </a:lnTo>
                <a:lnTo>
                  <a:pt x="972967" y="9187218"/>
                </a:lnTo>
                <a:lnTo>
                  <a:pt x="958016" y="9144598"/>
                </a:lnTo>
                <a:lnTo>
                  <a:pt x="943884" y="9101706"/>
                </a:lnTo>
                <a:lnTo>
                  <a:pt x="930573" y="9058555"/>
                </a:lnTo>
                <a:lnTo>
                  <a:pt x="918087" y="9015158"/>
                </a:lnTo>
                <a:lnTo>
                  <a:pt x="906431" y="8971528"/>
                </a:lnTo>
                <a:lnTo>
                  <a:pt x="895608" y="8927678"/>
                </a:lnTo>
                <a:lnTo>
                  <a:pt x="885621" y="8883620"/>
                </a:lnTo>
                <a:lnTo>
                  <a:pt x="876475" y="8839367"/>
                </a:lnTo>
                <a:lnTo>
                  <a:pt x="868174" y="8794933"/>
                </a:lnTo>
                <a:lnTo>
                  <a:pt x="860721" y="8750330"/>
                </a:lnTo>
                <a:lnTo>
                  <a:pt x="854120" y="8705570"/>
                </a:lnTo>
                <a:lnTo>
                  <a:pt x="848375" y="8660667"/>
                </a:lnTo>
                <a:lnTo>
                  <a:pt x="843490" y="8615633"/>
                </a:lnTo>
                <a:lnTo>
                  <a:pt x="839469" y="8570481"/>
                </a:lnTo>
                <a:lnTo>
                  <a:pt x="836315" y="8525225"/>
                </a:lnTo>
                <a:lnTo>
                  <a:pt x="834032" y="8479876"/>
                </a:lnTo>
                <a:lnTo>
                  <a:pt x="832624" y="8434449"/>
                </a:lnTo>
                <a:lnTo>
                  <a:pt x="832096" y="8388954"/>
                </a:lnTo>
                <a:lnTo>
                  <a:pt x="832450" y="8343406"/>
                </a:lnTo>
                <a:lnTo>
                  <a:pt x="833690" y="8297817"/>
                </a:lnTo>
                <a:lnTo>
                  <a:pt x="835821" y="8252200"/>
                </a:lnTo>
                <a:lnTo>
                  <a:pt x="838846" y="8206568"/>
                </a:lnTo>
                <a:lnTo>
                  <a:pt x="842769" y="8160933"/>
                </a:lnTo>
                <a:lnTo>
                  <a:pt x="847593" y="8115309"/>
                </a:lnTo>
                <a:lnTo>
                  <a:pt x="853324" y="8069708"/>
                </a:lnTo>
                <a:lnTo>
                  <a:pt x="859964" y="8024144"/>
                </a:lnTo>
                <a:lnTo>
                  <a:pt x="867517" y="7978628"/>
                </a:lnTo>
                <a:lnTo>
                  <a:pt x="875987" y="7933174"/>
                </a:lnTo>
                <a:lnTo>
                  <a:pt x="885378" y="7887794"/>
                </a:lnTo>
                <a:lnTo>
                  <a:pt x="895694" y="7842502"/>
                </a:lnTo>
                <a:lnTo>
                  <a:pt x="906938" y="7797310"/>
                </a:lnTo>
                <a:lnTo>
                  <a:pt x="919115" y="7752230"/>
                </a:lnTo>
                <a:lnTo>
                  <a:pt x="932228" y="7707277"/>
                </a:lnTo>
                <a:lnTo>
                  <a:pt x="946281" y="7662463"/>
                </a:lnTo>
                <a:lnTo>
                  <a:pt x="961278" y="7617799"/>
                </a:lnTo>
                <a:lnTo>
                  <a:pt x="977222" y="7573300"/>
                </a:lnTo>
                <a:lnTo>
                  <a:pt x="994118" y="7528979"/>
                </a:lnTo>
                <a:lnTo>
                  <a:pt x="1011969" y="7484847"/>
                </a:lnTo>
                <a:lnTo>
                  <a:pt x="1030780" y="7440918"/>
                </a:lnTo>
                <a:lnTo>
                  <a:pt x="1050553" y="7397204"/>
                </a:lnTo>
                <a:lnTo>
                  <a:pt x="1071293" y="7353719"/>
                </a:lnTo>
                <a:lnTo>
                  <a:pt x="1093004" y="7310475"/>
                </a:lnTo>
                <a:lnTo>
                  <a:pt x="1115689" y="7267485"/>
                </a:lnTo>
                <a:lnTo>
                  <a:pt x="5045590" y="0"/>
                </a:lnTo>
                <a:close/>
              </a:path>
            </a:pathLst>
          </a:custGeom>
          <a:solidFill>
            <a:srgbClr val="0A797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12" name="Google Shape;1012;p41"/>
          <p:cNvGrpSpPr/>
          <p:nvPr/>
        </p:nvGrpSpPr>
        <p:grpSpPr>
          <a:xfrm>
            <a:off x="1025583" y="1025696"/>
            <a:ext cx="3634558" cy="514615"/>
            <a:chOff x="1025686" y="1025696"/>
            <a:chExt cx="3634921" cy="514615"/>
          </a:xfrm>
        </p:grpSpPr>
        <p:sp>
          <p:nvSpPr>
            <p:cNvPr id="1013" name="Google Shape;1013;p41"/>
            <p:cNvSpPr/>
            <p:nvPr/>
          </p:nvSpPr>
          <p:spPr>
            <a:xfrm>
              <a:off x="1057122" y="105654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 extrusionOk="0">
                  <a:moveTo>
                    <a:pt x="473113" y="0"/>
                  </a:moveTo>
                  <a:lnTo>
                    <a:pt x="154863" y="0"/>
                  </a:lnTo>
                  <a:lnTo>
                    <a:pt x="154863" y="154940"/>
                  </a:lnTo>
                  <a:lnTo>
                    <a:pt x="318236" y="154940"/>
                  </a:lnTo>
                  <a:lnTo>
                    <a:pt x="318236" y="318770"/>
                  </a:lnTo>
                  <a:lnTo>
                    <a:pt x="154863" y="318770"/>
                  </a:lnTo>
                  <a:lnTo>
                    <a:pt x="154863" y="154940"/>
                  </a:lnTo>
                  <a:lnTo>
                    <a:pt x="0" y="154940"/>
                  </a:lnTo>
                  <a:lnTo>
                    <a:pt x="0" y="318770"/>
                  </a:lnTo>
                  <a:lnTo>
                    <a:pt x="0" y="473710"/>
                  </a:lnTo>
                  <a:lnTo>
                    <a:pt x="473113" y="473710"/>
                  </a:lnTo>
                  <a:lnTo>
                    <a:pt x="473113" y="318770"/>
                  </a:lnTo>
                  <a:lnTo>
                    <a:pt x="473113" y="154940"/>
                  </a:lnTo>
                  <a:lnTo>
                    <a:pt x="473113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1025686" y="1025696"/>
              <a:ext cx="154940" cy="154940"/>
            </a:xfrm>
            <a:custGeom>
              <a:avLst/>
              <a:gdLst/>
              <a:ahLst/>
              <a:cxnLst/>
              <a:rect l="l" t="t" r="r" b="b"/>
              <a:pathLst>
                <a:path w="154940" h="154940" extrusionOk="0">
                  <a:moveTo>
                    <a:pt x="154874" y="0"/>
                  </a:moveTo>
                  <a:lnTo>
                    <a:pt x="0" y="0"/>
                  </a:lnTo>
                  <a:lnTo>
                    <a:pt x="0" y="154874"/>
                  </a:lnTo>
                  <a:lnTo>
                    <a:pt x="154874" y="154874"/>
                  </a:lnTo>
                  <a:lnTo>
                    <a:pt x="15487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1741246" y="1051541"/>
              <a:ext cx="327025" cy="477519"/>
            </a:xfrm>
            <a:custGeom>
              <a:avLst/>
              <a:gdLst/>
              <a:ahLst/>
              <a:cxnLst/>
              <a:rect l="l" t="t" r="r" b="b"/>
              <a:pathLst>
                <a:path w="327025" h="477519" extrusionOk="0">
                  <a:moveTo>
                    <a:pt x="163984" y="0"/>
                  </a:moveTo>
                  <a:lnTo>
                    <a:pt x="122130" y="4179"/>
                  </a:lnTo>
                  <a:lnTo>
                    <a:pt x="83877" y="17018"/>
                  </a:lnTo>
                  <a:lnTo>
                    <a:pt x="50881" y="38967"/>
                  </a:lnTo>
                  <a:lnTo>
                    <a:pt x="24800" y="70476"/>
                  </a:lnTo>
                  <a:lnTo>
                    <a:pt x="7287" y="111994"/>
                  </a:lnTo>
                  <a:lnTo>
                    <a:pt x="0" y="163974"/>
                  </a:lnTo>
                  <a:lnTo>
                    <a:pt x="106949" y="163974"/>
                  </a:lnTo>
                  <a:lnTo>
                    <a:pt x="110504" y="134068"/>
                  </a:lnTo>
                  <a:lnTo>
                    <a:pt x="120803" y="111880"/>
                  </a:lnTo>
                  <a:lnTo>
                    <a:pt x="137301" y="98076"/>
                  </a:lnTo>
                  <a:lnTo>
                    <a:pt x="159450" y="93327"/>
                  </a:lnTo>
                  <a:lnTo>
                    <a:pt x="181361" y="97307"/>
                  </a:lnTo>
                  <a:lnTo>
                    <a:pt x="196713" y="108641"/>
                  </a:lnTo>
                  <a:lnTo>
                    <a:pt x="205747" y="126417"/>
                  </a:lnTo>
                  <a:lnTo>
                    <a:pt x="208705" y="149723"/>
                  </a:lnTo>
                  <a:lnTo>
                    <a:pt x="202488" y="184040"/>
                  </a:lnTo>
                  <a:lnTo>
                    <a:pt x="185159" y="218642"/>
                  </a:lnTo>
                  <a:lnTo>
                    <a:pt x="158704" y="253495"/>
                  </a:lnTo>
                  <a:lnTo>
                    <a:pt x="125105" y="288563"/>
                  </a:lnTo>
                  <a:lnTo>
                    <a:pt x="86348" y="323814"/>
                  </a:lnTo>
                  <a:lnTo>
                    <a:pt x="44418" y="359211"/>
                  </a:lnTo>
                  <a:lnTo>
                    <a:pt x="1298" y="394720"/>
                  </a:lnTo>
                  <a:lnTo>
                    <a:pt x="1298" y="477032"/>
                  </a:lnTo>
                  <a:lnTo>
                    <a:pt x="326670" y="477032"/>
                  </a:lnTo>
                  <a:lnTo>
                    <a:pt x="326670" y="386941"/>
                  </a:lnTo>
                  <a:lnTo>
                    <a:pt x="151670" y="386941"/>
                  </a:lnTo>
                  <a:lnTo>
                    <a:pt x="190210" y="356013"/>
                  </a:lnTo>
                  <a:lnTo>
                    <a:pt x="228606" y="320998"/>
                  </a:lnTo>
                  <a:lnTo>
                    <a:pt x="263798" y="282022"/>
                  </a:lnTo>
                  <a:lnTo>
                    <a:pt x="292725" y="239210"/>
                  </a:lnTo>
                  <a:lnTo>
                    <a:pt x="312326" y="192688"/>
                  </a:lnTo>
                  <a:lnTo>
                    <a:pt x="319540" y="142582"/>
                  </a:lnTo>
                  <a:lnTo>
                    <a:pt x="313690" y="97143"/>
                  </a:lnTo>
                  <a:lnTo>
                    <a:pt x="295769" y="57956"/>
                  </a:lnTo>
                  <a:lnTo>
                    <a:pt x="265218" y="27231"/>
                  </a:lnTo>
                  <a:lnTo>
                    <a:pt x="221476" y="7175"/>
                  </a:lnTo>
                  <a:lnTo>
                    <a:pt x="163984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2104860" y="1062094"/>
              <a:ext cx="179705" cy="472440"/>
            </a:xfrm>
            <a:custGeom>
              <a:avLst/>
              <a:gdLst/>
              <a:ahLst/>
              <a:cxnLst/>
              <a:rect l="l" t="t" r="r" b="b"/>
              <a:pathLst>
                <a:path w="179705" h="472440" extrusionOk="0">
                  <a:moveTo>
                    <a:pt x="179527" y="0"/>
                  </a:moveTo>
                  <a:lnTo>
                    <a:pt x="0" y="0"/>
                  </a:lnTo>
                  <a:lnTo>
                    <a:pt x="0" y="102870"/>
                  </a:lnTo>
                  <a:lnTo>
                    <a:pt x="64160" y="102870"/>
                  </a:lnTo>
                  <a:lnTo>
                    <a:pt x="64160" y="472440"/>
                  </a:lnTo>
                  <a:lnTo>
                    <a:pt x="179527" y="472440"/>
                  </a:lnTo>
                  <a:lnTo>
                    <a:pt x="179527" y="102870"/>
                  </a:lnTo>
                  <a:lnTo>
                    <a:pt x="179527" y="0"/>
                  </a:lnTo>
                  <a:close/>
                </a:path>
              </a:pathLst>
            </a:custGeom>
            <a:solidFill>
              <a:srgbClr val="FF8A3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2358282" y="1073574"/>
              <a:ext cx="343535" cy="466090"/>
            </a:xfrm>
            <a:custGeom>
              <a:avLst/>
              <a:gdLst/>
              <a:ahLst/>
              <a:cxnLst/>
              <a:rect l="l" t="t" r="r" b="b"/>
              <a:pathLst>
                <a:path w="343535" h="466090" extrusionOk="0">
                  <a:moveTo>
                    <a:pt x="167220" y="0"/>
                  </a:moveTo>
                  <a:lnTo>
                    <a:pt x="113378" y="5678"/>
                  </a:lnTo>
                  <a:lnTo>
                    <a:pt x="67656" y="22400"/>
                  </a:lnTo>
                  <a:lnTo>
                    <a:pt x="32263" y="49701"/>
                  </a:lnTo>
                  <a:lnTo>
                    <a:pt x="9407" y="87111"/>
                  </a:lnTo>
                  <a:lnTo>
                    <a:pt x="1298" y="134163"/>
                  </a:lnTo>
                  <a:lnTo>
                    <a:pt x="8713" y="180763"/>
                  </a:lnTo>
                  <a:lnTo>
                    <a:pt x="29321" y="214817"/>
                  </a:lnTo>
                  <a:lnTo>
                    <a:pt x="59366" y="239093"/>
                  </a:lnTo>
                  <a:lnTo>
                    <a:pt x="95092" y="256360"/>
                  </a:lnTo>
                  <a:lnTo>
                    <a:pt x="132744" y="269386"/>
                  </a:lnTo>
                  <a:lnTo>
                    <a:pt x="168567" y="280939"/>
                  </a:lnTo>
                  <a:lnTo>
                    <a:pt x="198804" y="293789"/>
                  </a:lnTo>
                  <a:lnTo>
                    <a:pt x="219700" y="310703"/>
                  </a:lnTo>
                  <a:lnTo>
                    <a:pt x="227500" y="334450"/>
                  </a:lnTo>
                  <a:lnTo>
                    <a:pt x="223753" y="352340"/>
                  </a:lnTo>
                  <a:lnTo>
                    <a:pt x="213078" y="365799"/>
                  </a:lnTo>
                  <a:lnTo>
                    <a:pt x="196327" y="374276"/>
                  </a:lnTo>
                  <a:lnTo>
                    <a:pt x="174350" y="377224"/>
                  </a:lnTo>
                  <a:lnTo>
                    <a:pt x="152872" y="374044"/>
                  </a:lnTo>
                  <a:lnTo>
                    <a:pt x="135709" y="364424"/>
                  </a:lnTo>
                  <a:lnTo>
                    <a:pt x="123769" y="348241"/>
                  </a:lnTo>
                  <a:lnTo>
                    <a:pt x="117964" y="325372"/>
                  </a:lnTo>
                  <a:lnTo>
                    <a:pt x="0" y="325372"/>
                  </a:lnTo>
                  <a:lnTo>
                    <a:pt x="7485" y="367748"/>
                  </a:lnTo>
                  <a:lnTo>
                    <a:pt x="25737" y="402742"/>
                  </a:lnTo>
                  <a:lnTo>
                    <a:pt x="53313" y="430209"/>
                  </a:lnTo>
                  <a:lnTo>
                    <a:pt x="88776" y="450006"/>
                  </a:lnTo>
                  <a:lnTo>
                    <a:pt x="130683" y="461990"/>
                  </a:lnTo>
                  <a:lnTo>
                    <a:pt x="177596" y="466017"/>
                  </a:lnTo>
                  <a:lnTo>
                    <a:pt x="235671" y="458799"/>
                  </a:lnTo>
                  <a:lnTo>
                    <a:pt x="281922" y="438764"/>
                  </a:lnTo>
                  <a:lnTo>
                    <a:pt x="315728" y="408339"/>
                  </a:lnTo>
                  <a:lnTo>
                    <a:pt x="336467" y="369949"/>
                  </a:lnTo>
                  <a:lnTo>
                    <a:pt x="343518" y="326021"/>
                  </a:lnTo>
                  <a:lnTo>
                    <a:pt x="335805" y="281794"/>
                  </a:lnTo>
                  <a:lnTo>
                    <a:pt x="315135" y="249000"/>
                  </a:lnTo>
                  <a:lnTo>
                    <a:pt x="285209" y="225148"/>
                  </a:lnTo>
                  <a:lnTo>
                    <a:pt x="249731" y="207745"/>
                  </a:lnTo>
                  <a:lnTo>
                    <a:pt x="212401" y="194300"/>
                  </a:lnTo>
                  <a:lnTo>
                    <a:pt x="176922" y="182322"/>
                  </a:lnTo>
                  <a:lnTo>
                    <a:pt x="146997" y="169321"/>
                  </a:lnTo>
                  <a:lnTo>
                    <a:pt x="126326" y="152803"/>
                  </a:lnTo>
                  <a:lnTo>
                    <a:pt x="118614" y="130278"/>
                  </a:lnTo>
                  <a:lnTo>
                    <a:pt x="122169" y="111672"/>
                  </a:lnTo>
                  <a:lnTo>
                    <a:pt x="131982" y="98596"/>
                  </a:lnTo>
                  <a:lnTo>
                    <a:pt x="146779" y="90990"/>
                  </a:lnTo>
                  <a:lnTo>
                    <a:pt x="165282" y="88793"/>
                  </a:lnTo>
                  <a:lnTo>
                    <a:pt x="185788" y="92358"/>
                  </a:lnTo>
                  <a:lnTo>
                    <a:pt x="201982" y="101756"/>
                  </a:lnTo>
                  <a:lnTo>
                    <a:pt x="212951" y="116502"/>
                  </a:lnTo>
                  <a:lnTo>
                    <a:pt x="217783" y="136111"/>
                  </a:lnTo>
                  <a:lnTo>
                    <a:pt x="337686" y="136111"/>
                  </a:lnTo>
                  <a:lnTo>
                    <a:pt x="327736" y="88602"/>
                  </a:lnTo>
                  <a:lnTo>
                    <a:pt x="304284" y="50678"/>
                  </a:lnTo>
                  <a:lnTo>
                    <a:pt x="268759" y="22896"/>
                  </a:lnTo>
                  <a:lnTo>
                    <a:pt x="222594" y="5817"/>
                  </a:lnTo>
                  <a:lnTo>
                    <a:pt x="16722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2747817" y="1168200"/>
              <a:ext cx="363219" cy="372109"/>
            </a:xfrm>
            <a:custGeom>
              <a:avLst/>
              <a:gdLst/>
              <a:ahLst/>
              <a:cxnLst/>
              <a:rect l="l" t="t" r="r" b="b"/>
              <a:pathLst>
                <a:path w="363219" h="372109" extrusionOk="0">
                  <a:moveTo>
                    <a:pt x="182779" y="0"/>
                  </a:moveTo>
                  <a:lnTo>
                    <a:pt x="131879" y="5813"/>
                  </a:lnTo>
                  <a:lnTo>
                    <a:pt x="87570" y="22735"/>
                  </a:lnTo>
                  <a:lnTo>
                    <a:pt x="51040" y="49993"/>
                  </a:lnTo>
                  <a:lnTo>
                    <a:pt x="23476" y="86810"/>
                  </a:lnTo>
                  <a:lnTo>
                    <a:pt x="6067" y="132413"/>
                  </a:lnTo>
                  <a:lnTo>
                    <a:pt x="0" y="186025"/>
                  </a:lnTo>
                  <a:lnTo>
                    <a:pt x="6157" y="239637"/>
                  </a:lnTo>
                  <a:lnTo>
                    <a:pt x="23765" y="285238"/>
                  </a:lnTo>
                  <a:lnTo>
                    <a:pt x="51527" y="322053"/>
                  </a:lnTo>
                  <a:lnTo>
                    <a:pt x="88147" y="349307"/>
                  </a:lnTo>
                  <a:lnTo>
                    <a:pt x="132330" y="366228"/>
                  </a:lnTo>
                  <a:lnTo>
                    <a:pt x="182779" y="372041"/>
                  </a:lnTo>
                  <a:lnTo>
                    <a:pt x="233557" y="365813"/>
                  </a:lnTo>
                  <a:lnTo>
                    <a:pt x="277117" y="348353"/>
                  </a:lnTo>
                  <a:lnTo>
                    <a:pt x="312464" y="321498"/>
                  </a:lnTo>
                  <a:lnTo>
                    <a:pt x="338601" y="287083"/>
                  </a:lnTo>
                  <a:lnTo>
                    <a:pt x="340639" y="281949"/>
                  </a:lnTo>
                  <a:lnTo>
                    <a:pt x="178895" y="281949"/>
                  </a:lnTo>
                  <a:lnTo>
                    <a:pt x="153664" y="277766"/>
                  </a:lnTo>
                  <a:lnTo>
                    <a:pt x="132626" y="265015"/>
                  </a:lnTo>
                  <a:lnTo>
                    <a:pt x="117546" y="243394"/>
                  </a:lnTo>
                  <a:lnTo>
                    <a:pt x="110185" y="212600"/>
                  </a:lnTo>
                  <a:lnTo>
                    <a:pt x="361015" y="212600"/>
                  </a:lnTo>
                  <a:lnTo>
                    <a:pt x="361867" y="204343"/>
                  </a:lnTo>
                  <a:lnTo>
                    <a:pt x="362475" y="196148"/>
                  </a:lnTo>
                  <a:lnTo>
                    <a:pt x="362841" y="188075"/>
                  </a:lnTo>
                  <a:lnTo>
                    <a:pt x="362962" y="180182"/>
                  </a:lnTo>
                  <a:lnTo>
                    <a:pt x="359565" y="151021"/>
                  </a:lnTo>
                  <a:lnTo>
                    <a:pt x="110834" y="151021"/>
                  </a:lnTo>
                  <a:lnTo>
                    <a:pt x="119503" y="124346"/>
                  </a:lnTo>
                  <a:lnTo>
                    <a:pt x="134978" y="104842"/>
                  </a:lnTo>
                  <a:lnTo>
                    <a:pt x="156043" y="92873"/>
                  </a:lnTo>
                  <a:lnTo>
                    <a:pt x="181481" y="88803"/>
                  </a:lnTo>
                  <a:lnTo>
                    <a:pt x="341405" y="88803"/>
                  </a:lnTo>
                  <a:lnTo>
                    <a:pt x="339724" y="84502"/>
                  </a:lnTo>
                  <a:lnTo>
                    <a:pt x="312486" y="48776"/>
                  </a:lnTo>
                  <a:lnTo>
                    <a:pt x="276445" y="22230"/>
                  </a:lnTo>
                  <a:lnTo>
                    <a:pt x="232807" y="5695"/>
                  </a:lnTo>
                  <a:lnTo>
                    <a:pt x="182779" y="0"/>
                  </a:lnTo>
                  <a:close/>
                </a:path>
                <a:path w="363219" h="372109" extrusionOk="0">
                  <a:moveTo>
                    <a:pt x="354533" y="246945"/>
                  </a:moveTo>
                  <a:lnTo>
                    <a:pt x="236579" y="246945"/>
                  </a:lnTo>
                  <a:lnTo>
                    <a:pt x="228110" y="260617"/>
                  </a:lnTo>
                  <a:lnTo>
                    <a:pt x="215998" y="271739"/>
                  </a:lnTo>
                  <a:lnTo>
                    <a:pt x="199755" y="279214"/>
                  </a:lnTo>
                  <a:lnTo>
                    <a:pt x="178895" y="281949"/>
                  </a:lnTo>
                  <a:lnTo>
                    <a:pt x="340639" y="281949"/>
                  </a:lnTo>
                  <a:lnTo>
                    <a:pt x="354533" y="246945"/>
                  </a:lnTo>
                  <a:close/>
                </a:path>
                <a:path w="363219" h="372109" extrusionOk="0">
                  <a:moveTo>
                    <a:pt x="341405" y="88803"/>
                  </a:moveTo>
                  <a:lnTo>
                    <a:pt x="181481" y="88803"/>
                  </a:lnTo>
                  <a:lnTo>
                    <a:pt x="207698" y="92965"/>
                  </a:lnTo>
                  <a:lnTo>
                    <a:pt x="229359" y="105085"/>
                  </a:lnTo>
                  <a:lnTo>
                    <a:pt x="244093" y="124619"/>
                  </a:lnTo>
                  <a:lnTo>
                    <a:pt x="249531" y="151021"/>
                  </a:lnTo>
                  <a:lnTo>
                    <a:pt x="359565" y="151021"/>
                  </a:lnTo>
                  <a:lnTo>
                    <a:pt x="356952" y="128581"/>
                  </a:lnTo>
                  <a:lnTo>
                    <a:pt x="341405" y="88803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3169125" y="1169501"/>
              <a:ext cx="360045" cy="365759"/>
            </a:xfrm>
            <a:custGeom>
              <a:avLst/>
              <a:gdLst/>
              <a:ahLst/>
              <a:cxnLst/>
              <a:rect l="l" t="t" r="r" b="b"/>
              <a:pathLst>
                <a:path w="360045" h="365759" extrusionOk="0">
                  <a:moveTo>
                    <a:pt x="220370" y="0"/>
                  </a:moveTo>
                  <a:lnTo>
                    <a:pt x="185843" y="3818"/>
                  </a:lnTo>
                  <a:lnTo>
                    <a:pt x="155631" y="14503"/>
                  </a:lnTo>
                  <a:lnTo>
                    <a:pt x="130402" y="30899"/>
                  </a:lnTo>
                  <a:lnTo>
                    <a:pt x="110823" y="51851"/>
                  </a:lnTo>
                  <a:lnTo>
                    <a:pt x="110823" y="3884"/>
                  </a:lnTo>
                  <a:lnTo>
                    <a:pt x="0" y="3884"/>
                  </a:lnTo>
                  <a:lnTo>
                    <a:pt x="0" y="365559"/>
                  </a:lnTo>
                  <a:lnTo>
                    <a:pt x="110823" y="365559"/>
                  </a:lnTo>
                  <a:lnTo>
                    <a:pt x="110823" y="169167"/>
                  </a:lnTo>
                  <a:lnTo>
                    <a:pt x="115735" y="136433"/>
                  </a:lnTo>
                  <a:lnTo>
                    <a:pt x="129701" y="112453"/>
                  </a:lnTo>
                  <a:lnTo>
                    <a:pt x="151565" y="97710"/>
                  </a:lnTo>
                  <a:lnTo>
                    <a:pt x="180172" y="92688"/>
                  </a:lnTo>
                  <a:lnTo>
                    <a:pt x="208785" y="97710"/>
                  </a:lnTo>
                  <a:lnTo>
                    <a:pt x="230652" y="112453"/>
                  </a:lnTo>
                  <a:lnTo>
                    <a:pt x="244619" y="136433"/>
                  </a:lnTo>
                  <a:lnTo>
                    <a:pt x="249531" y="169167"/>
                  </a:lnTo>
                  <a:lnTo>
                    <a:pt x="249531" y="365559"/>
                  </a:lnTo>
                  <a:lnTo>
                    <a:pt x="359716" y="365559"/>
                  </a:lnTo>
                  <a:lnTo>
                    <a:pt x="359716" y="154257"/>
                  </a:lnTo>
                  <a:lnTo>
                    <a:pt x="353251" y="100881"/>
                  </a:lnTo>
                  <a:lnTo>
                    <a:pt x="334746" y="57958"/>
                  </a:lnTo>
                  <a:lnTo>
                    <a:pt x="305539" y="26298"/>
                  </a:lnTo>
                  <a:lnTo>
                    <a:pt x="266968" y="6709"/>
                  </a:lnTo>
                  <a:lnTo>
                    <a:pt x="22037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0" name="Google Shape;1020;p41"/>
            <p:cNvSpPr/>
            <p:nvPr/>
          </p:nvSpPr>
          <p:spPr>
            <a:xfrm>
              <a:off x="3586529" y="1168198"/>
              <a:ext cx="313054" cy="372109"/>
            </a:xfrm>
            <a:custGeom>
              <a:avLst/>
              <a:gdLst/>
              <a:ahLst/>
              <a:cxnLst/>
              <a:rect l="l" t="t" r="r" b="b"/>
              <a:pathLst>
                <a:path w="313054" h="372109" extrusionOk="0">
                  <a:moveTo>
                    <a:pt x="158790" y="0"/>
                  </a:moveTo>
                  <a:lnTo>
                    <a:pt x="107153" y="5751"/>
                  </a:lnTo>
                  <a:lnTo>
                    <a:pt x="66124" y="21738"/>
                  </a:lnTo>
                  <a:lnTo>
                    <a:pt x="36200" y="46064"/>
                  </a:lnTo>
                  <a:lnTo>
                    <a:pt x="11664" y="112132"/>
                  </a:lnTo>
                  <a:lnTo>
                    <a:pt x="20130" y="154295"/>
                  </a:lnTo>
                  <a:lnTo>
                    <a:pt x="42450" y="183279"/>
                  </a:lnTo>
                  <a:lnTo>
                    <a:pt x="74006" y="202312"/>
                  </a:lnTo>
                  <a:lnTo>
                    <a:pt x="110179" y="214623"/>
                  </a:lnTo>
                  <a:lnTo>
                    <a:pt x="146353" y="223439"/>
                  </a:lnTo>
                  <a:lnTo>
                    <a:pt x="177909" y="231990"/>
                  </a:lnTo>
                  <a:lnTo>
                    <a:pt x="200229" y="243503"/>
                  </a:lnTo>
                  <a:lnTo>
                    <a:pt x="208695" y="261206"/>
                  </a:lnTo>
                  <a:lnTo>
                    <a:pt x="205921" y="272602"/>
                  </a:lnTo>
                  <a:lnTo>
                    <a:pt x="197679" y="281870"/>
                  </a:lnTo>
                  <a:lnTo>
                    <a:pt x="184090" y="288099"/>
                  </a:lnTo>
                  <a:lnTo>
                    <a:pt x="165272" y="290378"/>
                  </a:lnTo>
                  <a:lnTo>
                    <a:pt x="144077" y="287349"/>
                  </a:lnTo>
                  <a:lnTo>
                    <a:pt x="126951" y="278789"/>
                  </a:lnTo>
                  <a:lnTo>
                    <a:pt x="115052" y="265490"/>
                  </a:lnTo>
                  <a:lnTo>
                    <a:pt x="109535" y="248243"/>
                  </a:lnTo>
                  <a:lnTo>
                    <a:pt x="0" y="248243"/>
                  </a:lnTo>
                  <a:lnTo>
                    <a:pt x="10041" y="287997"/>
                  </a:lnTo>
                  <a:lnTo>
                    <a:pt x="33055" y="322059"/>
                  </a:lnTo>
                  <a:lnTo>
                    <a:pt x="67706" y="348623"/>
                  </a:lnTo>
                  <a:lnTo>
                    <a:pt x="112657" y="365885"/>
                  </a:lnTo>
                  <a:lnTo>
                    <a:pt x="166570" y="372041"/>
                  </a:lnTo>
                  <a:lnTo>
                    <a:pt x="227739" y="363666"/>
                  </a:lnTo>
                  <a:lnTo>
                    <a:pt x="273837" y="340527"/>
                  </a:lnTo>
                  <a:lnTo>
                    <a:pt x="302921" y="305598"/>
                  </a:lnTo>
                  <a:lnTo>
                    <a:pt x="313048" y="261855"/>
                  </a:lnTo>
                  <a:lnTo>
                    <a:pt x="303994" y="218999"/>
                  </a:lnTo>
                  <a:lnTo>
                    <a:pt x="281338" y="189396"/>
                  </a:lnTo>
                  <a:lnTo>
                    <a:pt x="249645" y="169834"/>
                  </a:lnTo>
                  <a:lnTo>
                    <a:pt x="213477" y="157101"/>
                  </a:lnTo>
                  <a:lnTo>
                    <a:pt x="177401" y="147982"/>
                  </a:lnTo>
                  <a:lnTo>
                    <a:pt x="145981" y="139265"/>
                  </a:lnTo>
                  <a:lnTo>
                    <a:pt x="123782" y="127737"/>
                  </a:lnTo>
                  <a:lnTo>
                    <a:pt x="115368" y="110185"/>
                  </a:lnTo>
                  <a:lnTo>
                    <a:pt x="118001" y="98450"/>
                  </a:lnTo>
                  <a:lnTo>
                    <a:pt x="125738" y="89692"/>
                  </a:lnTo>
                  <a:lnTo>
                    <a:pt x="138334" y="84215"/>
                  </a:lnTo>
                  <a:lnTo>
                    <a:pt x="155545" y="82322"/>
                  </a:lnTo>
                  <a:lnTo>
                    <a:pt x="176523" y="85239"/>
                  </a:lnTo>
                  <a:lnTo>
                    <a:pt x="192576" y="93503"/>
                  </a:lnTo>
                  <a:lnTo>
                    <a:pt x="203401" y="106383"/>
                  </a:lnTo>
                  <a:lnTo>
                    <a:pt x="208695" y="123148"/>
                  </a:lnTo>
                  <a:lnTo>
                    <a:pt x="311100" y="123148"/>
                  </a:lnTo>
                  <a:lnTo>
                    <a:pt x="301486" y="82962"/>
                  </a:lnTo>
                  <a:lnTo>
                    <a:pt x="281292" y="48999"/>
                  </a:lnTo>
                  <a:lnTo>
                    <a:pt x="250675" y="22814"/>
                  </a:lnTo>
                  <a:lnTo>
                    <a:pt x="209789" y="5962"/>
                  </a:lnTo>
                  <a:lnTo>
                    <a:pt x="158790" y="0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1" name="Google Shape;1021;p41"/>
            <p:cNvSpPr/>
            <p:nvPr/>
          </p:nvSpPr>
          <p:spPr>
            <a:xfrm>
              <a:off x="3945597" y="1168202"/>
              <a:ext cx="715010" cy="372109"/>
            </a:xfrm>
            <a:custGeom>
              <a:avLst/>
              <a:gdLst/>
              <a:ahLst/>
              <a:cxnLst/>
              <a:rect l="l" t="t" r="r" b="b"/>
              <a:pathLst>
                <a:path w="715010" h="372109" extrusionOk="0">
                  <a:moveTo>
                    <a:pt x="362953" y="180187"/>
                  </a:moveTo>
                  <a:lnTo>
                    <a:pt x="359562" y="151028"/>
                  </a:lnTo>
                  <a:lnTo>
                    <a:pt x="356946" y="128587"/>
                  </a:lnTo>
                  <a:lnTo>
                    <a:pt x="341401" y="88811"/>
                  </a:lnTo>
                  <a:lnTo>
                    <a:pt x="339725" y="84505"/>
                  </a:lnTo>
                  <a:lnTo>
                    <a:pt x="312483" y="48780"/>
                  </a:lnTo>
                  <a:lnTo>
                    <a:pt x="276440" y="22237"/>
                  </a:lnTo>
                  <a:lnTo>
                    <a:pt x="249542" y="12052"/>
                  </a:lnTo>
                  <a:lnTo>
                    <a:pt x="249542" y="151028"/>
                  </a:lnTo>
                  <a:lnTo>
                    <a:pt x="110832" y="151028"/>
                  </a:lnTo>
                  <a:lnTo>
                    <a:pt x="119494" y="124345"/>
                  </a:lnTo>
                  <a:lnTo>
                    <a:pt x="134975" y="104851"/>
                  </a:lnTo>
                  <a:lnTo>
                    <a:pt x="156032" y="92875"/>
                  </a:lnTo>
                  <a:lnTo>
                    <a:pt x="181483" y="88811"/>
                  </a:lnTo>
                  <a:lnTo>
                    <a:pt x="207695" y="92964"/>
                  </a:lnTo>
                  <a:lnTo>
                    <a:pt x="229362" y="105092"/>
                  </a:lnTo>
                  <a:lnTo>
                    <a:pt x="244094" y="124625"/>
                  </a:lnTo>
                  <a:lnTo>
                    <a:pt x="249542" y="151028"/>
                  </a:lnTo>
                  <a:lnTo>
                    <a:pt x="249542" y="12052"/>
                  </a:lnTo>
                  <a:lnTo>
                    <a:pt x="232803" y="5702"/>
                  </a:lnTo>
                  <a:lnTo>
                    <a:pt x="182778" y="0"/>
                  </a:lnTo>
                  <a:lnTo>
                    <a:pt x="131876" y="5816"/>
                  </a:lnTo>
                  <a:lnTo>
                    <a:pt x="87566" y="22733"/>
                  </a:lnTo>
                  <a:lnTo>
                    <a:pt x="51041" y="49999"/>
                  </a:lnTo>
                  <a:lnTo>
                    <a:pt x="23469" y="86817"/>
                  </a:lnTo>
                  <a:lnTo>
                    <a:pt x="6057" y="132410"/>
                  </a:lnTo>
                  <a:lnTo>
                    <a:pt x="0" y="186029"/>
                  </a:lnTo>
                  <a:lnTo>
                    <a:pt x="6159" y="239636"/>
                  </a:lnTo>
                  <a:lnTo>
                    <a:pt x="23761" y="285242"/>
                  </a:lnTo>
                  <a:lnTo>
                    <a:pt x="51523" y="322059"/>
                  </a:lnTo>
                  <a:lnTo>
                    <a:pt x="88150" y="349313"/>
                  </a:lnTo>
                  <a:lnTo>
                    <a:pt x="132334" y="366229"/>
                  </a:lnTo>
                  <a:lnTo>
                    <a:pt x="182778" y="372046"/>
                  </a:lnTo>
                  <a:lnTo>
                    <a:pt x="233553" y="365810"/>
                  </a:lnTo>
                  <a:lnTo>
                    <a:pt x="277114" y="348361"/>
                  </a:lnTo>
                  <a:lnTo>
                    <a:pt x="312458" y="321500"/>
                  </a:lnTo>
                  <a:lnTo>
                    <a:pt x="338607" y="287083"/>
                  </a:lnTo>
                  <a:lnTo>
                    <a:pt x="340639" y="281952"/>
                  </a:lnTo>
                  <a:lnTo>
                    <a:pt x="354545" y="246951"/>
                  </a:lnTo>
                  <a:lnTo>
                    <a:pt x="236575" y="246951"/>
                  </a:lnTo>
                  <a:lnTo>
                    <a:pt x="228104" y="260616"/>
                  </a:lnTo>
                  <a:lnTo>
                    <a:pt x="215988" y="271741"/>
                  </a:lnTo>
                  <a:lnTo>
                    <a:pt x="199745" y="279222"/>
                  </a:lnTo>
                  <a:lnTo>
                    <a:pt x="178879" y="281952"/>
                  </a:lnTo>
                  <a:lnTo>
                    <a:pt x="153657" y="277774"/>
                  </a:lnTo>
                  <a:lnTo>
                    <a:pt x="132626" y="265023"/>
                  </a:lnTo>
                  <a:lnTo>
                    <a:pt x="117538" y="243395"/>
                  </a:lnTo>
                  <a:lnTo>
                    <a:pt x="110185" y="212598"/>
                  </a:lnTo>
                  <a:lnTo>
                    <a:pt x="361010" y="212598"/>
                  </a:lnTo>
                  <a:lnTo>
                    <a:pt x="361861" y="204343"/>
                  </a:lnTo>
                  <a:lnTo>
                    <a:pt x="362470" y="196151"/>
                  </a:lnTo>
                  <a:lnTo>
                    <a:pt x="362839" y="188074"/>
                  </a:lnTo>
                  <a:lnTo>
                    <a:pt x="362953" y="180187"/>
                  </a:lnTo>
                  <a:close/>
                </a:path>
                <a:path w="715010" h="372109" extrusionOk="0">
                  <a:moveTo>
                    <a:pt x="714908" y="261861"/>
                  </a:moveTo>
                  <a:lnTo>
                    <a:pt x="705853" y="218998"/>
                  </a:lnTo>
                  <a:lnTo>
                    <a:pt x="651497" y="169837"/>
                  </a:lnTo>
                  <a:lnTo>
                    <a:pt x="615327" y="157099"/>
                  </a:lnTo>
                  <a:lnTo>
                    <a:pt x="579259" y="147980"/>
                  </a:lnTo>
                  <a:lnTo>
                    <a:pt x="547839" y="139268"/>
                  </a:lnTo>
                  <a:lnTo>
                    <a:pt x="525640" y="127736"/>
                  </a:lnTo>
                  <a:lnTo>
                    <a:pt x="517220" y="110185"/>
                  </a:lnTo>
                  <a:lnTo>
                    <a:pt x="519861" y="98450"/>
                  </a:lnTo>
                  <a:lnTo>
                    <a:pt x="527596" y="89700"/>
                  </a:lnTo>
                  <a:lnTo>
                    <a:pt x="540194" y="84213"/>
                  </a:lnTo>
                  <a:lnTo>
                    <a:pt x="557403" y="82321"/>
                  </a:lnTo>
                  <a:lnTo>
                    <a:pt x="578383" y="85242"/>
                  </a:lnTo>
                  <a:lnTo>
                    <a:pt x="594436" y="93510"/>
                  </a:lnTo>
                  <a:lnTo>
                    <a:pt x="605256" y="106387"/>
                  </a:lnTo>
                  <a:lnTo>
                    <a:pt x="610552" y="123151"/>
                  </a:lnTo>
                  <a:lnTo>
                    <a:pt x="712952" y="123151"/>
                  </a:lnTo>
                  <a:lnTo>
                    <a:pt x="703338" y="82969"/>
                  </a:lnTo>
                  <a:lnTo>
                    <a:pt x="683145" y="48996"/>
                  </a:lnTo>
                  <a:lnTo>
                    <a:pt x="652526" y="22821"/>
                  </a:lnTo>
                  <a:lnTo>
                    <a:pt x="611644" y="5969"/>
                  </a:lnTo>
                  <a:lnTo>
                    <a:pt x="560641" y="0"/>
                  </a:lnTo>
                  <a:lnTo>
                    <a:pt x="509016" y="5753"/>
                  </a:lnTo>
                  <a:lnTo>
                    <a:pt x="467982" y="21742"/>
                  </a:lnTo>
                  <a:lnTo>
                    <a:pt x="438061" y="46062"/>
                  </a:lnTo>
                  <a:lnTo>
                    <a:pt x="419735" y="76835"/>
                  </a:lnTo>
                  <a:lnTo>
                    <a:pt x="413524" y="112141"/>
                  </a:lnTo>
                  <a:lnTo>
                    <a:pt x="421982" y="154292"/>
                  </a:lnTo>
                  <a:lnTo>
                    <a:pt x="444309" y="183286"/>
                  </a:lnTo>
                  <a:lnTo>
                    <a:pt x="475856" y="202311"/>
                  </a:lnTo>
                  <a:lnTo>
                    <a:pt x="512038" y="214630"/>
                  </a:lnTo>
                  <a:lnTo>
                    <a:pt x="548208" y="223443"/>
                  </a:lnTo>
                  <a:lnTo>
                    <a:pt x="579767" y="231990"/>
                  </a:lnTo>
                  <a:lnTo>
                    <a:pt x="602081" y="243509"/>
                  </a:lnTo>
                  <a:lnTo>
                    <a:pt x="610552" y="261213"/>
                  </a:lnTo>
                  <a:lnTo>
                    <a:pt x="607771" y="272605"/>
                  </a:lnTo>
                  <a:lnTo>
                    <a:pt x="599541" y="281876"/>
                  </a:lnTo>
                  <a:lnTo>
                    <a:pt x="585952" y="288099"/>
                  </a:lnTo>
                  <a:lnTo>
                    <a:pt x="567131" y="290385"/>
                  </a:lnTo>
                  <a:lnTo>
                    <a:pt x="545934" y="287350"/>
                  </a:lnTo>
                  <a:lnTo>
                    <a:pt x="528802" y="278790"/>
                  </a:lnTo>
                  <a:lnTo>
                    <a:pt x="516902" y="265493"/>
                  </a:lnTo>
                  <a:lnTo>
                    <a:pt x="511390" y="248246"/>
                  </a:lnTo>
                  <a:lnTo>
                    <a:pt x="401853" y="248246"/>
                  </a:lnTo>
                  <a:lnTo>
                    <a:pt x="411899" y="287997"/>
                  </a:lnTo>
                  <a:lnTo>
                    <a:pt x="434911" y="322059"/>
                  </a:lnTo>
                  <a:lnTo>
                    <a:pt x="469557" y="348627"/>
                  </a:lnTo>
                  <a:lnTo>
                    <a:pt x="514515" y="365887"/>
                  </a:lnTo>
                  <a:lnTo>
                    <a:pt x="568426" y="372046"/>
                  </a:lnTo>
                  <a:lnTo>
                    <a:pt x="629589" y="363664"/>
                  </a:lnTo>
                  <a:lnTo>
                    <a:pt x="675690" y="340525"/>
                  </a:lnTo>
                  <a:lnTo>
                    <a:pt x="704773" y="305600"/>
                  </a:lnTo>
                  <a:lnTo>
                    <a:pt x="714908" y="261861"/>
                  </a:lnTo>
                  <a:close/>
                </a:path>
              </a:pathLst>
            </a:custGeom>
            <a:solidFill>
              <a:srgbClr val="0424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22" name="Google Shape;1022;p41"/>
          <p:cNvSpPr/>
          <p:nvPr/>
        </p:nvSpPr>
        <p:spPr>
          <a:xfrm>
            <a:off x="17314614" y="9403128"/>
            <a:ext cx="2789426" cy="1930966"/>
          </a:xfrm>
          <a:custGeom>
            <a:avLst/>
            <a:gdLst/>
            <a:ahLst/>
            <a:cxnLst/>
            <a:rect l="l" t="t" r="r" b="b"/>
            <a:pathLst>
              <a:path w="2789426" h="1930966" extrusionOk="0">
                <a:moveTo>
                  <a:pt x="2789332" y="0"/>
                </a:moveTo>
                <a:lnTo>
                  <a:pt x="2789426" y="51"/>
                </a:lnTo>
                <a:lnTo>
                  <a:pt x="2789426" y="1930966"/>
                </a:lnTo>
                <a:lnTo>
                  <a:pt x="2783084" y="1930966"/>
                </a:lnTo>
                <a:lnTo>
                  <a:pt x="0" y="1921443"/>
                </a:lnTo>
                <a:lnTo>
                  <a:pt x="8314" y="1906067"/>
                </a:lnTo>
                <a:lnTo>
                  <a:pt x="2789332" y="1906067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23" name="Google Shape;1023;p41"/>
          <p:cNvSpPr txBox="1"/>
          <p:nvPr/>
        </p:nvSpPr>
        <p:spPr>
          <a:xfrm>
            <a:off x="1012986" y="9993882"/>
            <a:ext cx="3209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www.21sense.com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4" name="Google Shape;1024;p41"/>
          <p:cNvSpPr txBox="1">
            <a:spLocks noGrp="1"/>
          </p:cNvSpPr>
          <p:nvPr>
            <p:ph type="body" idx="1"/>
          </p:nvPr>
        </p:nvSpPr>
        <p:spPr>
          <a:xfrm>
            <a:off x="1012986" y="3578817"/>
            <a:ext cx="7695900" cy="28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9500" b="1" i="0" u="none" strike="noStrike" cap="none">
                <a:solidFill>
                  <a:srgbClr val="04242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12750" algn="l" rtl="0">
              <a:spcBef>
                <a:spcPts val="700"/>
              </a:spcBef>
              <a:spcAft>
                <a:spcPts val="0"/>
              </a:spcAft>
              <a:buSzPts val="2900"/>
              <a:buFont typeface="Arial"/>
              <a:buChar char="•"/>
              <a:defRPr sz="2900" b="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12750" algn="l" rtl="0">
              <a:spcBef>
                <a:spcPts val="700"/>
              </a:spcBef>
              <a:spcAft>
                <a:spcPts val="0"/>
              </a:spcAft>
              <a:buSzPts val="2900"/>
              <a:buFont typeface="Noto Sans Symbols"/>
              <a:buChar char="▪"/>
              <a:defRPr sz="2900" b="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12750" algn="l" rtl="0">
              <a:spcBef>
                <a:spcPts val="700"/>
              </a:spcBef>
              <a:spcAft>
                <a:spcPts val="0"/>
              </a:spcAft>
              <a:buSzPts val="2900"/>
              <a:buFont typeface="Courier New"/>
              <a:buChar char="o"/>
              <a:defRPr sz="2900" b="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spcBef>
                <a:spcPts val="700"/>
              </a:spcBef>
              <a:spcAft>
                <a:spcPts val="0"/>
              </a:spcAft>
              <a:buSzPts val="13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 b="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5" name="Google Shape;1025;p41"/>
          <p:cNvSpPr txBox="1">
            <a:spLocks noGrp="1"/>
          </p:cNvSpPr>
          <p:nvPr>
            <p:ph type="title"/>
          </p:nvPr>
        </p:nvSpPr>
        <p:spPr>
          <a:xfrm>
            <a:off x="1012986" y="6529625"/>
            <a:ext cx="76959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2200" b="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62">
          <p15:clr>
            <a:srgbClr val="F26B43"/>
          </p15:clr>
        </p15:guide>
        <p15:guide id="2" pos="63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6.jpeg"/><Relationship Id="rId4" Type="http://schemas.openxmlformats.org/officeDocument/2006/relationships/image" Target="../media/image3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55.png"/><Relationship Id="rId18" Type="http://schemas.openxmlformats.org/officeDocument/2006/relationships/customXml" Target="../ink/ink6.xml"/><Relationship Id="rId3" Type="http://schemas.openxmlformats.org/officeDocument/2006/relationships/image" Target="../media/image37.png"/><Relationship Id="rId21" Type="http://schemas.openxmlformats.org/officeDocument/2006/relationships/image" Target="../media/image59.png"/><Relationship Id="rId7" Type="http://schemas.openxmlformats.org/officeDocument/2006/relationships/image" Target="../media/image40.png"/><Relationship Id="rId12" Type="http://schemas.openxmlformats.org/officeDocument/2006/relationships/customXml" Target="../ink/ink3.xml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54.png"/><Relationship Id="rId5" Type="http://schemas.openxmlformats.org/officeDocument/2006/relationships/image" Target="../media/image39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10" Type="http://schemas.openxmlformats.org/officeDocument/2006/relationships/customXml" Target="../ink/ink2.xml"/><Relationship Id="rId19" Type="http://schemas.openxmlformats.org/officeDocument/2006/relationships/image" Target="../media/image58.png"/><Relationship Id="rId4" Type="http://schemas.openxmlformats.org/officeDocument/2006/relationships/image" Target="../media/image38.jpeg"/><Relationship Id="rId9" Type="http://schemas.openxmlformats.org/officeDocument/2006/relationships/image" Target="../media/image53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0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21" Type="http://schemas.openxmlformats.org/officeDocument/2006/relationships/image" Target="../media/image700.png"/><Relationship Id="rId34" Type="http://schemas.openxmlformats.org/officeDocument/2006/relationships/customXml" Target="../ink/ink24.xml"/><Relationship Id="rId7" Type="http://schemas.openxmlformats.org/officeDocument/2006/relationships/image" Target="../media/image630.png"/><Relationship Id="rId12" Type="http://schemas.openxmlformats.org/officeDocument/2006/relationships/customXml" Target="../ink/ink13.xml"/><Relationship Id="rId17" Type="http://schemas.openxmlformats.org/officeDocument/2006/relationships/image" Target="../media/image680.png"/><Relationship Id="rId25" Type="http://schemas.openxmlformats.org/officeDocument/2006/relationships/image" Target="../media/image720.png"/><Relationship Id="rId33" Type="http://schemas.openxmlformats.org/officeDocument/2006/relationships/image" Target="../media/image760.png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650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780.png"/><Relationship Id="rId5" Type="http://schemas.openxmlformats.org/officeDocument/2006/relationships/image" Target="../media/image620.png"/><Relationship Id="rId15" Type="http://schemas.openxmlformats.org/officeDocument/2006/relationships/image" Target="../media/image670.png"/><Relationship Id="rId23" Type="http://schemas.openxmlformats.org/officeDocument/2006/relationships/image" Target="../media/image710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10" Type="http://schemas.openxmlformats.org/officeDocument/2006/relationships/customXml" Target="../ink/ink12.xml"/><Relationship Id="rId19" Type="http://schemas.openxmlformats.org/officeDocument/2006/relationships/image" Target="../media/image690.png"/><Relationship Id="rId31" Type="http://schemas.openxmlformats.org/officeDocument/2006/relationships/image" Target="../media/image750.png"/><Relationship Id="rId4" Type="http://schemas.openxmlformats.org/officeDocument/2006/relationships/customXml" Target="../ink/ink9.xml"/><Relationship Id="rId9" Type="http://schemas.openxmlformats.org/officeDocument/2006/relationships/image" Target="../media/image640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730.png"/><Relationship Id="rId30" Type="http://schemas.openxmlformats.org/officeDocument/2006/relationships/customXml" Target="../ink/ink22.xml"/><Relationship Id="rId35" Type="http://schemas.openxmlformats.org/officeDocument/2006/relationships/image" Target="../media/image770.png"/><Relationship Id="rId8" Type="http://schemas.openxmlformats.org/officeDocument/2006/relationships/customXml" Target="../ink/ink11.xml"/><Relationship Id="rId3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46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63.png"/><Relationship Id="rId5" Type="http://schemas.openxmlformats.org/officeDocument/2006/relationships/image" Target="../media/image49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48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jpeg"/><Relationship Id="rId3" Type="http://schemas.openxmlformats.org/officeDocument/2006/relationships/image" Target="../media/image73.jpeg"/><Relationship Id="rId7" Type="http://schemas.openxmlformats.org/officeDocument/2006/relationships/image" Target="../media/image77.png"/><Relationship Id="rId12" Type="http://schemas.openxmlformats.org/officeDocument/2006/relationships/image" Target="../media/image82.jpe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jpe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43"/>
          <p:cNvPicPr preferRelativeResize="0"/>
          <p:nvPr/>
        </p:nvPicPr>
        <p:blipFill>
          <a:blip r:embed="rId3"/>
          <a:srcRect t="18989" b="18989"/>
          <a:stretch/>
        </p:blipFill>
        <p:spPr>
          <a:xfrm>
            <a:off x="9824944" y="1"/>
            <a:ext cx="10279156" cy="11334116"/>
          </a:xfrm>
          <a:custGeom>
            <a:avLst/>
            <a:gdLst/>
            <a:ahLst/>
            <a:cxnLst/>
            <a:rect l="l" t="t" r="r" b="b"/>
            <a:pathLst>
              <a:path w="10279156" h="11334116" extrusionOk="0">
                <a:moveTo>
                  <a:pt x="9546302" y="9179042"/>
                </a:moveTo>
                <a:lnTo>
                  <a:pt x="9501222" y="9179465"/>
                </a:lnTo>
                <a:lnTo>
                  <a:pt x="9456246" y="9181230"/>
                </a:lnTo>
                <a:lnTo>
                  <a:pt x="9411404" y="9184328"/>
                </a:lnTo>
                <a:lnTo>
                  <a:pt x="9366728" y="9188750"/>
                </a:lnTo>
                <a:lnTo>
                  <a:pt x="9322246" y="9194487"/>
                </a:lnTo>
                <a:lnTo>
                  <a:pt x="9277990" y="9201530"/>
                </a:lnTo>
                <a:lnTo>
                  <a:pt x="9233986" y="9209869"/>
                </a:lnTo>
                <a:lnTo>
                  <a:pt x="9190270" y="9219497"/>
                </a:lnTo>
                <a:lnTo>
                  <a:pt x="9146868" y="9230403"/>
                </a:lnTo>
                <a:lnTo>
                  <a:pt x="9103810" y="9242580"/>
                </a:lnTo>
                <a:lnTo>
                  <a:pt x="9061128" y="9256017"/>
                </a:lnTo>
                <a:lnTo>
                  <a:pt x="9018850" y="9270706"/>
                </a:lnTo>
                <a:lnTo>
                  <a:pt x="8977008" y="9286638"/>
                </a:lnTo>
                <a:lnTo>
                  <a:pt x="8935632" y="9303805"/>
                </a:lnTo>
                <a:lnTo>
                  <a:pt x="8894750" y="9322196"/>
                </a:lnTo>
                <a:lnTo>
                  <a:pt x="8854394" y="9341804"/>
                </a:lnTo>
                <a:lnTo>
                  <a:pt x="8814594" y="9362619"/>
                </a:lnTo>
                <a:lnTo>
                  <a:pt x="8775378" y="9384632"/>
                </a:lnTo>
                <a:lnTo>
                  <a:pt x="8736778" y="9407834"/>
                </a:lnTo>
                <a:lnTo>
                  <a:pt x="8698824" y="9432216"/>
                </a:lnTo>
                <a:lnTo>
                  <a:pt x="8661546" y="9457770"/>
                </a:lnTo>
                <a:lnTo>
                  <a:pt x="8624974" y="9484485"/>
                </a:lnTo>
                <a:lnTo>
                  <a:pt x="8589138" y="9512354"/>
                </a:lnTo>
                <a:lnTo>
                  <a:pt x="8554068" y="9541367"/>
                </a:lnTo>
                <a:lnTo>
                  <a:pt x="8519794" y="9571516"/>
                </a:lnTo>
                <a:lnTo>
                  <a:pt x="8486346" y="9602791"/>
                </a:lnTo>
                <a:lnTo>
                  <a:pt x="8453754" y="9635183"/>
                </a:lnTo>
                <a:lnTo>
                  <a:pt x="8422048" y="9668684"/>
                </a:lnTo>
                <a:lnTo>
                  <a:pt x="8391258" y="9703283"/>
                </a:lnTo>
                <a:lnTo>
                  <a:pt x="8361414" y="9738973"/>
                </a:lnTo>
                <a:lnTo>
                  <a:pt x="8332548" y="9775745"/>
                </a:lnTo>
                <a:lnTo>
                  <a:pt x="8304688" y="9813588"/>
                </a:lnTo>
                <a:lnTo>
                  <a:pt x="8277864" y="9852497"/>
                </a:lnTo>
                <a:lnTo>
                  <a:pt x="8252106" y="9892458"/>
                </a:lnTo>
                <a:lnTo>
                  <a:pt x="8227446" y="9933466"/>
                </a:lnTo>
                <a:lnTo>
                  <a:pt x="8203912" y="9975510"/>
                </a:lnTo>
                <a:lnTo>
                  <a:pt x="7484428" y="11309139"/>
                </a:lnTo>
                <a:lnTo>
                  <a:pt x="10279002" y="11309139"/>
                </a:lnTo>
                <a:lnTo>
                  <a:pt x="10279002" y="9373887"/>
                </a:lnTo>
                <a:lnTo>
                  <a:pt x="10257254" y="9362080"/>
                </a:lnTo>
                <a:lnTo>
                  <a:pt x="10214592" y="9339814"/>
                </a:lnTo>
                <a:lnTo>
                  <a:pt x="10171552" y="9319032"/>
                </a:lnTo>
                <a:lnTo>
                  <a:pt x="10128168" y="9299728"/>
                </a:lnTo>
                <a:lnTo>
                  <a:pt x="10084466" y="9281891"/>
                </a:lnTo>
                <a:lnTo>
                  <a:pt x="10040476" y="9265512"/>
                </a:lnTo>
                <a:lnTo>
                  <a:pt x="9996232" y="9250583"/>
                </a:lnTo>
                <a:lnTo>
                  <a:pt x="9951762" y="9237094"/>
                </a:lnTo>
                <a:lnTo>
                  <a:pt x="9907094" y="9225037"/>
                </a:lnTo>
                <a:lnTo>
                  <a:pt x="9862260" y="9214402"/>
                </a:lnTo>
                <a:lnTo>
                  <a:pt x="9817292" y="9205182"/>
                </a:lnTo>
                <a:lnTo>
                  <a:pt x="9772216" y="9197366"/>
                </a:lnTo>
                <a:lnTo>
                  <a:pt x="9727064" y="9190946"/>
                </a:lnTo>
                <a:lnTo>
                  <a:pt x="9681868" y="9185913"/>
                </a:lnTo>
                <a:lnTo>
                  <a:pt x="9636654" y="9182256"/>
                </a:lnTo>
                <a:lnTo>
                  <a:pt x="9591456" y="9179969"/>
                </a:lnTo>
                <a:close/>
                <a:moveTo>
                  <a:pt x="4199762" y="0"/>
                </a:moveTo>
                <a:lnTo>
                  <a:pt x="10279156" y="0"/>
                </a:lnTo>
                <a:lnTo>
                  <a:pt x="10279156" y="11334116"/>
                </a:lnTo>
                <a:lnTo>
                  <a:pt x="2810564" y="11308503"/>
                </a:lnTo>
                <a:lnTo>
                  <a:pt x="1234005" y="10454080"/>
                </a:lnTo>
                <a:lnTo>
                  <a:pt x="1191482" y="10430470"/>
                </a:lnTo>
                <a:lnTo>
                  <a:pt x="1149637" y="10406111"/>
                </a:lnTo>
                <a:lnTo>
                  <a:pt x="1108472" y="10381019"/>
                </a:lnTo>
                <a:lnTo>
                  <a:pt x="1067991" y="10355205"/>
                </a:lnTo>
                <a:lnTo>
                  <a:pt x="1028197" y="10328681"/>
                </a:lnTo>
                <a:lnTo>
                  <a:pt x="989096" y="10301462"/>
                </a:lnTo>
                <a:lnTo>
                  <a:pt x="950690" y="10273558"/>
                </a:lnTo>
                <a:lnTo>
                  <a:pt x="912983" y="10244984"/>
                </a:lnTo>
                <a:lnTo>
                  <a:pt x="875980" y="10215753"/>
                </a:lnTo>
                <a:lnTo>
                  <a:pt x="839683" y="10185876"/>
                </a:lnTo>
                <a:lnTo>
                  <a:pt x="804097" y="10155367"/>
                </a:lnTo>
                <a:lnTo>
                  <a:pt x="769226" y="10124240"/>
                </a:lnTo>
                <a:lnTo>
                  <a:pt x="735074" y="10092505"/>
                </a:lnTo>
                <a:lnTo>
                  <a:pt x="701643" y="10060178"/>
                </a:lnTo>
                <a:lnTo>
                  <a:pt x="668939" y="10027270"/>
                </a:lnTo>
                <a:lnTo>
                  <a:pt x="636964" y="9993794"/>
                </a:lnTo>
                <a:lnTo>
                  <a:pt x="605724" y="9959764"/>
                </a:lnTo>
                <a:lnTo>
                  <a:pt x="575220" y="9925190"/>
                </a:lnTo>
                <a:lnTo>
                  <a:pt x="545458" y="9890089"/>
                </a:lnTo>
                <a:lnTo>
                  <a:pt x="516442" y="9854470"/>
                </a:lnTo>
                <a:lnTo>
                  <a:pt x="488174" y="9818348"/>
                </a:lnTo>
                <a:lnTo>
                  <a:pt x="460660" y="9781735"/>
                </a:lnTo>
                <a:lnTo>
                  <a:pt x="433901" y="9744645"/>
                </a:lnTo>
                <a:lnTo>
                  <a:pt x="407903" y="9707089"/>
                </a:lnTo>
                <a:lnTo>
                  <a:pt x="382669" y="9669081"/>
                </a:lnTo>
                <a:lnTo>
                  <a:pt x="358204" y="9630634"/>
                </a:lnTo>
                <a:lnTo>
                  <a:pt x="334510" y="9591761"/>
                </a:lnTo>
                <a:lnTo>
                  <a:pt x="311593" y="9552474"/>
                </a:lnTo>
                <a:lnTo>
                  <a:pt x="289454" y="9512786"/>
                </a:lnTo>
                <a:lnTo>
                  <a:pt x="268099" y="9472710"/>
                </a:lnTo>
                <a:lnTo>
                  <a:pt x="247533" y="9432260"/>
                </a:lnTo>
                <a:lnTo>
                  <a:pt x="227755" y="9391447"/>
                </a:lnTo>
                <a:lnTo>
                  <a:pt x="208773" y="9350285"/>
                </a:lnTo>
                <a:lnTo>
                  <a:pt x="190590" y="9308786"/>
                </a:lnTo>
                <a:lnTo>
                  <a:pt x="173210" y="9266964"/>
                </a:lnTo>
                <a:lnTo>
                  <a:pt x="156635" y="9224831"/>
                </a:lnTo>
                <a:lnTo>
                  <a:pt x="140871" y="9182400"/>
                </a:lnTo>
                <a:lnTo>
                  <a:pt x="125920" y="9139684"/>
                </a:lnTo>
                <a:lnTo>
                  <a:pt x="111789" y="9096696"/>
                </a:lnTo>
                <a:lnTo>
                  <a:pt x="98477" y="9053448"/>
                </a:lnTo>
                <a:lnTo>
                  <a:pt x="85991" y="9009953"/>
                </a:lnTo>
                <a:lnTo>
                  <a:pt x="74335" y="8966225"/>
                </a:lnTo>
                <a:lnTo>
                  <a:pt x="63512" y="8922277"/>
                </a:lnTo>
                <a:lnTo>
                  <a:pt x="53525" y="8878120"/>
                </a:lnTo>
                <a:lnTo>
                  <a:pt x="44379" y="8833767"/>
                </a:lnTo>
                <a:lnTo>
                  <a:pt x="36079" y="8789234"/>
                </a:lnTo>
                <a:lnTo>
                  <a:pt x="28625" y="8744530"/>
                </a:lnTo>
                <a:lnTo>
                  <a:pt x="22024" y="8699670"/>
                </a:lnTo>
                <a:lnTo>
                  <a:pt x="16279" y="8654666"/>
                </a:lnTo>
                <a:lnTo>
                  <a:pt x="11394" y="8609531"/>
                </a:lnTo>
                <a:lnTo>
                  <a:pt x="7373" y="8564277"/>
                </a:lnTo>
                <a:lnTo>
                  <a:pt x="4219" y="8518920"/>
                </a:lnTo>
                <a:lnTo>
                  <a:pt x="1936" y="8473469"/>
                </a:lnTo>
                <a:cubicBezTo>
                  <a:pt x="1467" y="8458293"/>
                  <a:pt x="998" y="8443116"/>
                  <a:pt x="528" y="8427940"/>
                </a:cubicBezTo>
                <a:lnTo>
                  <a:pt x="0" y="8382343"/>
                </a:lnTo>
                <a:lnTo>
                  <a:pt x="354" y="8336693"/>
                </a:lnTo>
                <a:cubicBezTo>
                  <a:pt x="767" y="8321463"/>
                  <a:pt x="1181" y="8306231"/>
                  <a:pt x="1594" y="8291001"/>
                </a:cubicBezTo>
                <a:cubicBezTo>
                  <a:pt x="2304" y="8275761"/>
                  <a:pt x="3015" y="8260522"/>
                  <a:pt x="3726" y="8245282"/>
                </a:cubicBezTo>
                <a:lnTo>
                  <a:pt x="6750" y="8199547"/>
                </a:lnTo>
                <a:lnTo>
                  <a:pt x="10673" y="8153810"/>
                </a:lnTo>
                <a:lnTo>
                  <a:pt x="15498" y="8108083"/>
                </a:lnTo>
                <a:lnTo>
                  <a:pt x="21229" y="8062380"/>
                </a:lnTo>
                <a:lnTo>
                  <a:pt x="27868" y="8016714"/>
                </a:lnTo>
                <a:lnTo>
                  <a:pt x="35421" y="7971095"/>
                </a:lnTo>
                <a:lnTo>
                  <a:pt x="43891" y="7925539"/>
                </a:lnTo>
                <a:lnTo>
                  <a:pt x="53282" y="7880057"/>
                </a:lnTo>
                <a:lnTo>
                  <a:pt x="63599" y="7834664"/>
                </a:lnTo>
                <a:lnTo>
                  <a:pt x="74842" y="7789370"/>
                </a:lnTo>
                <a:lnTo>
                  <a:pt x="87019" y="7744189"/>
                </a:lnTo>
                <a:lnTo>
                  <a:pt x="100132" y="7699135"/>
                </a:lnTo>
                <a:lnTo>
                  <a:pt x="114185" y="7654220"/>
                </a:lnTo>
                <a:lnTo>
                  <a:pt x="129182" y="7609456"/>
                </a:lnTo>
                <a:lnTo>
                  <a:pt x="145126" y="7564857"/>
                </a:lnTo>
                <a:lnTo>
                  <a:pt x="162022" y="7520436"/>
                </a:lnTo>
                <a:lnTo>
                  <a:pt x="179873" y="7476205"/>
                </a:lnTo>
                <a:lnTo>
                  <a:pt x="198684" y="7432178"/>
                </a:lnTo>
                <a:lnTo>
                  <a:pt x="218458" y="7388365"/>
                </a:lnTo>
                <a:lnTo>
                  <a:pt x="239197" y="7344783"/>
                </a:lnTo>
                <a:lnTo>
                  <a:pt x="260908" y="7301442"/>
                </a:lnTo>
                <a:lnTo>
                  <a:pt x="283593" y="725835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36" name="Google Shape;1036;p43"/>
          <p:cNvSpPr txBox="1">
            <a:spLocks noGrp="1"/>
          </p:cNvSpPr>
          <p:nvPr>
            <p:ph type="body" idx="1"/>
          </p:nvPr>
        </p:nvSpPr>
        <p:spPr>
          <a:xfrm>
            <a:off x="1012973" y="1249680"/>
            <a:ext cx="10279156" cy="2917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6000" dirty="0">
              <a:solidFill>
                <a:srgbClr val="004CB2"/>
              </a:solidFill>
            </a:endParaRPr>
          </a:p>
          <a:p>
            <a:pPr marL="0" lvl="0" indent="0"/>
            <a:r>
              <a:rPr lang="en-US" sz="6000" dirty="0"/>
              <a:t>Gas Sensing Platforms: Technology, Products, and Applications</a:t>
            </a:r>
            <a:endParaRPr lang="en-IN" sz="6000" dirty="0">
              <a:solidFill>
                <a:srgbClr val="004CB2"/>
              </a:solidFill>
            </a:endParaRPr>
          </a:p>
        </p:txBody>
      </p:sp>
      <p:sp>
        <p:nvSpPr>
          <p:cNvPr id="1037" name="Google Shape;1037;p43"/>
          <p:cNvSpPr txBox="1"/>
          <p:nvPr/>
        </p:nvSpPr>
        <p:spPr>
          <a:xfrm>
            <a:off x="1012973" y="4616138"/>
            <a:ext cx="9039077" cy="106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4CB2"/>
                </a:solidFill>
                <a:latin typeface="Poppins"/>
                <a:ea typeface="Poppins"/>
                <a:cs typeface="Poppins"/>
                <a:sym typeface="Poppins"/>
              </a:rPr>
              <a:t>Multi Nano Sense Technologies</a:t>
            </a:r>
            <a:endParaRPr sz="2400" dirty="0">
              <a:solidFill>
                <a:srgbClr val="004CB2"/>
              </a:solidFill>
            </a:endParaRPr>
          </a:p>
        </p:txBody>
      </p:sp>
      <p:sp>
        <p:nvSpPr>
          <p:cNvPr id="1038" name="Google Shape;1038;p43"/>
          <p:cNvSpPr txBox="1"/>
          <p:nvPr/>
        </p:nvSpPr>
        <p:spPr>
          <a:xfrm>
            <a:off x="1012972" y="5636645"/>
            <a:ext cx="7445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Enabling disruptive gas sensing solutions.</a:t>
            </a:r>
            <a:endParaRPr sz="2400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039;p43">
            <a:extLst>
              <a:ext uri="{FF2B5EF4-FFF2-40B4-BE49-F238E27FC236}">
                <a16:creationId xmlns:a16="http://schemas.microsoft.com/office/drawing/2014/main" id="{F5D98F67-45BF-C899-6641-686354A09C00}"/>
              </a:ext>
            </a:extLst>
          </p:cNvPr>
          <p:cNvSpPr txBox="1"/>
          <p:nvPr/>
        </p:nvSpPr>
        <p:spPr>
          <a:xfrm>
            <a:off x="1012972" y="7196559"/>
            <a:ext cx="74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4CB2"/>
                </a:solidFill>
                <a:latin typeface="Poppins"/>
                <a:ea typeface="Poppins"/>
                <a:cs typeface="Poppins"/>
                <a:sym typeface="Poppins"/>
              </a:rPr>
              <a:t>May 2026</a:t>
            </a:r>
            <a:endParaRPr b="1" dirty="0">
              <a:solidFill>
                <a:srgbClr val="004CB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53F7BA75-CD2D-C0B0-36B0-17584438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53;p44">
            <a:extLst>
              <a:ext uri="{FF2B5EF4-FFF2-40B4-BE49-F238E27FC236}">
                <a16:creationId xmlns:a16="http://schemas.microsoft.com/office/drawing/2014/main" id="{EAC0712A-AF56-ADD8-A4CD-68B08DEA026E}"/>
              </a:ext>
            </a:extLst>
          </p:cNvPr>
          <p:cNvSpPr txBox="1"/>
          <p:nvPr/>
        </p:nvSpPr>
        <p:spPr>
          <a:xfrm>
            <a:off x="831850" y="3244691"/>
            <a:ext cx="11710669" cy="701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Fully indigenous hydrogen sensing platform, with the core sensor 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manufactured in India </a:t>
            </a:r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and supported through local engineering and production capabilities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Proprietary hydrogen sensing technology developed in India and protected through patent coverage; </a:t>
            </a:r>
            <a:r>
              <a:rPr lang="en-US" sz="2400" b="1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Indian Patent: 252998</a:t>
            </a:r>
            <a:r>
              <a:rPr lang="en-US" sz="2400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lvl="0"/>
            <a:endParaRPr lang="en-US" sz="24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The technology has progressed from early-stage research to field-deployed commercial products; </a:t>
            </a:r>
            <a:r>
              <a:rPr lang="en-US" sz="2400" b="1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traversed TRL 0 to 9</a:t>
            </a:r>
          </a:p>
          <a:p>
            <a:pPr lvl="0"/>
            <a:endParaRPr lang="en-US" sz="24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Hydrogen sensor products and gas detection systems are already in production and deployed across industrial, energy, automotive, and safety applications</a:t>
            </a:r>
          </a:p>
          <a:p>
            <a:pPr lvl="0"/>
            <a:endParaRPr lang="en-US" sz="24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Products available on </a:t>
            </a:r>
            <a:r>
              <a:rPr 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Government E-Marketplace,</a:t>
            </a:r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enabling procurement by government, public-sector, and institutional customers</a:t>
            </a:r>
          </a:p>
          <a:p>
            <a:pPr lvl="0"/>
            <a:endParaRPr lang="en-US" sz="24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en-US" sz="2400" b="1" i="1" dirty="0">
                <a:solidFill>
                  <a:schemeClr val="tx1"/>
                </a:solidFill>
                <a:latin typeface="Poppins"/>
                <a:cs typeface="Poppins"/>
              </a:rPr>
              <a:t>This commercial foundation provides a strong platform for the company’s next-generation MEMS gas sensing products</a:t>
            </a:r>
            <a:endParaRPr lang="en-US" sz="2400" b="1" i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7F4F802F-9ADF-0D61-4E0C-9360B9DF42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Company Overview</a:t>
            </a:r>
            <a:endParaRPr sz="5400" dirty="0"/>
          </a:p>
        </p:txBody>
      </p:sp>
      <p:sp>
        <p:nvSpPr>
          <p:cNvPr id="3" name="Google Shape;1053;p44">
            <a:extLst>
              <a:ext uri="{FF2B5EF4-FFF2-40B4-BE49-F238E27FC236}">
                <a16:creationId xmlns:a16="http://schemas.microsoft.com/office/drawing/2014/main" id="{9A27907A-66E9-1AF4-24BD-E009AF966011}"/>
              </a:ext>
            </a:extLst>
          </p:cNvPr>
          <p:cNvSpPr txBox="1"/>
          <p:nvPr/>
        </p:nvSpPr>
        <p:spPr>
          <a:xfrm>
            <a:off x="831850" y="2204031"/>
            <a:ext cx="1771981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Multi Nano Sense develops and manufactures advanced gas sensing technologies, with patented hydrogen sensor products already deployed across industrial, energy, automotive, and safety applications </a:t>
            </a:r>
          </a:p>
        </p:txBody>
      </p:sp>
      <p:pic>
        <p:nvPicPr>
          <p:cNvPr id="47" name="Picture 46" descr="A certificate on a wall&#10;&#10;AI-generated content may be incorrect.">
            <a:extLst>
              <a:ext uri="{FF2B5EF4-FFF2-40B4-BE49-F238E27FC236}">
                <a16:creationId xmlns:a16="http://schemas.microsoft.com/office/drawing/2014/main" id="{77CDA97E-3773-48EF-2326-1D7E4225F8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40" t="33015" r="7701" b="24059"/>
          <a:stretch/>
        </p:blipFill>
        <p:spPr>
          <a:xfrm>
            <a:off x="14045365" y="7158642"/>
            <a:ext cx="3216820" cy="23646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8" name="Picture 47" descr="A gold and brown frame with a yellow oval&#10;&#10;AI-generated content may be incorrect.">
            <a:extLst>
              <a:ext uri="{FF2B5EF4-FFF2-40B4-BE49-F238E27FC236}">
                <a16:creationId xmlns:a16="http://schemas.microsoft.com/office/drawing/2014/main" id="{0A97FAF7-85B8-970B-BBF5-E4F70314CA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32" t="12802" r="17284" b="26108"/>
          <a:stretch/>
        </p:blipFill>
        <p:spPr>
          <a:xfrm>
            <a:off x="16573932" y="3356449"/>
            <a:ext cx="2147518" cy="27168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9" name="Picture 48" descr="A trophy with handshake and a light bulb&#10;&#10;AI-generated content may be incorrect.">
            <a:extLst>
              <a:ext uri="{FF2B5EF4-FFF2-40B4-BE49-F238E27FC236}">
                <a16:creationId xmlns:a16="http://schemas.microsoft.com/office/drawing/2014/main" id="{02F99B3B-5E48-ADAA-4F97-10B31171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18" t="17499" r="23872" b="13082"/>
          <a:stretch/>
        </p:blipFill>
        <p:spPr>
          <a:xfrm>
            <a:off x="13550552" y="3356449"/>
            <a:ext cx="1459120" cy="27168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4782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C989D70E-A21B-0489-3820-357597ED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53;p44">
            <a:extLst>
              <a:ext uri="{FF2B5EF4-FFF2-40B4-BE49-F238E27FC236}">
                <a16:creationId xmlns:a16="http://schemas.microsoft.com/office/drawing/2014/main" id="{C3E42348-F2F8-DB56-769F-8726E80ED4B9}"/>
              </a:ext>
            </a:extLst>
          </p:cNvPr>
          <p:cNvSpPr txBox="1"/>
          <p:nvPr/>
        </p:nvSpPr>
        <p:spPr>
          <a:xfrm>
            <a:off x="831850" y="2299811"/>
            <a:ext cx="1206119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Multi Nano Sense has converted its 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indigenous hydrogen sensing technology </a:t>
            </a:r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into a production-ready product portfolio for industrial, energy, automotive, and safety applications</a:t>
            </a:r>
          </a:p>
          <a:p>
            <a:pPr lvl="0"/>
            <a:endParaRPr lang="en-US" sz="2400" dirty="0">
              <a:solidFill>
                <a:schemeClr val="tx1"/>
              </a:solidFill>
              <a:latin typeface="Poppins"/>
              <a:cs typeface="Poppins"/>
            </a:endParaRPr>
          </a:p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Products in production include fixed hydrogen gas detectors, portable detectors, sensor modules, control and display units, and customized gas detection systems for customer-specific deployments.</a:t>
            </a:r>
          </a:p>
          <a:p>
            <a:pPr lvl="0"/>
            <a:endParaRPr lang="en-US" sz="24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Designed for regulated industrial and safety applications; 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Certifications:</a:t>
            </a:r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 PESO (IS/IEC 60079-11 and IS/IEC 60079-0), ARAI (EMI/EMC), IP 68 (IS/IEC 60529). IECEx &amp; ATEX in Process</a:t>
            </a:r>
          </a:p>
          <a:p>
            <a:pPr lvl="0"/>
            <a:endParaRPr lang="en-US" sz="24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Commercial adoption is validated by 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65+ Indian customers and 45+ global customers across the USA, EU, and Australia</a:t>
            </a:r>
            <a:endParaRPr lang="en-US" sz="2400" b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459822E9-DA25-4E14-87E8-4E0A96050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Existing Product Portfolio</a:t>
            </a:r>
            <a:endParaRPr sz="5400" dirty="0"/>
          </a:p>
        </p:txBody>
      </p:sp>
      <p:pic>
        <p:nvPicPr>
          <p:cNvPr id="5" name="Picture 4" descr="A blue box with a red button&#10;&#10;Description automatically generated">
            <a:extLst>
              <a:ext uri="{FF2B5EF4-FFF2-40B4-BE49-F238E27FC236}">
                <a16:creationId xmlns:a16="http://schemas.microsoft.com/office/drawing/2014/main" id="{F199C3CF-0579-7FF0-D5B1-D405F670C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8469" y="2295588"/>
            <a:ext cx="1507375" cy="1630293"/>
          </a:xfrm>
          <a:prstGeom prst="rect">
            <a:avLst/>
          </a:prstGeom>
        </p:spPr>
      </p:pic>
      <p:pic>
        <p:nvPicPr>
          <p:cNvPr id="8" name="Google Shape;302;p31">
            <a:extLst>
              <a:ext uri="{FF2B5EF4-FFF2-40B4-BE49-F238E27FC236}">
                <a16:creationId xmlns:a16="http://schemas.microsoft.com/office/drawing/2014/main" id="{B7A3A6DB-CCDA-CDCE-D3A6-CF7A862A58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145" r="4173"/>
          <a:stretch/>
        </p:blipFill>
        <p:spPr>
          <a:xfrm>
            <a:off x="15610841" y="4718667"/>
            <a:ext cx="3257049" cy="2312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black box with a screw and a bolt&#10;&#10;Description automatically generated">
            <a:extLst>
              <a:ext uri="{FF2B5EF4-FFF2-40B4-BE49-F238E27FC236}">
                <a16:creationId xmlns:a16="http://schemas.microsoft.com/office/drawing/2014/main" id="{2FFE3722-0CE2-C0B7-C38F-C6715EDE39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2" t="8963" r="20295" b="6545"/>
          <a:stretch/>
        </p:blipFill>
        <p:spPr bwMode="auto">
          <a:xfrm>
            <a:off x="13469337" y="2522943"/>
            <a:ext cx="2332835" cy="16260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19AAD5E-191B-6543-8B30-3D04165F0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50" y="8078737"/>
            <a:ext cx="17053994" cy="1861603"/>
          </a:xfrm>
          <a:prstGeom prst="rect">
            <a:avLst/>
          </a:prstGeom>
        </p:spPr>
      </p:pic>
      <p:pic>
        <p:nvPicPr>
          <p:cNvPr id="2" name="Google Shape;1627;p105">
            <a:extLst>
              <a:ext uri="{FF2B5EF4-FFF2-40B4-BE49-F238E27FC236}">
                <a16:creationId xmlns:a16="http://schemas.microsoft.com/office/drawing/2014/main" id="{1BD1ADA5-5752-6200-229C-01DAA4C84DB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r="9764"/>
          <a:stretch/>
        </p:blipFill>
        <p:spPr>
          <a:xfrm>
            <a:off x="13789745" y="4885134"/>
            <a:ext cx="1358815" cy="19633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5811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62424793-00E7-34F9-6093-2087A193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A73269B3-A55D-70AB-B16B-9F5A20CB35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Technology Overview</a:t>
            </a:r>
            <a:endParaRPr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0FB9B-9057-65CC-138B-520E5F26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1870605"/>
            <a:ext cx="15017750" cy="84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9BB958A1-E90F-06FF-A0F2-09C2F327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63221CB9-47A6-FE44-DEB0-1C422BAC6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SSEC Sensor Value Proposition</a:t>
            </a:r>
            <a:endParaRPr sz="5400" dirty="0"/>
          </a:p>
        </p:txBody>
      </p:sp>
      <p:pic>
        <p:nvPicPr>
          <p:cNvPr id="6" name="Picture 5" descr="A black gauge with a point&#10;&#10;AI-generated content may be incorrect.">
            <a:extLst>
              <a:ext uri="{FF2B5EF4-FFF2-40B4-BE49-F238E27FC236}">
                <a16:creationId xmlns:a16="http://schemas.microsoft.com/office/drawing/2014/main" id="{ACA847B1-8988-2F2E-10AB-6B433FB784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9170" t="27703" r="12352" b="24023"/>
          <a:stretch>
            <a:fillRect/>
          </a:stretch>
        </p:blipFill>
        <p:spPr>
          <a:xfrm>
            <a:off x="1746443" y="4063028"/>
            <a:ext cx="1497993" cy="921458"/>
          </a:xfrm>
          <a:prstGeom prst="rect">
            <a:avLst/>
          </a:prstGeom>
        </p:spPr>
      </p:pic>
      <p:sp>
        <p:nvSpPr>
          <p:cNvPr id="7" name="Google Shape;1053;p44">
            <a:extLst>
              <a:ext uri="{FF2B5EF4-FFF2-40B4-BE49-F238E27FC236}">
                <a16:creationId xmlns:a16="http://schemas.microsoft.com/office/drawing/2014/main" id="{74295247-D7AA-FFF1-8E19-5E1CE4279E04}"/>
              </a:ext>
            </a:extLst>
          </p:cNvPr>
          <p:cNvSpPr txBox="1"/>
          <p:nvPr/>
        </p:nvSpPr>
        <p:spPr>
          <a:xfrm>
            <a:off x="3363431" y="2255483"/>
            <a:ext cx="5832469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Highly Mature Sensor Platform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Field-proven solid-state electrochemical H₂ sensor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cs typeface="Poppins"/>
              </a:rPr>
              <a:t>Technology matured from development to commercial deployment</a:t>
            </a:r>
            <a:br>
              <a:rPr lang="en-US" sz="1800" dirty="0">
                <a:solidFill>
                  <a:schemeClr val="tx1"/>
                </a:solidFill>
                <a:latin typeface="Poppins"/>
                <a:cs typeface="Poppins"/>
              </a:rPr>
            </a:br>
            <a:r>
              <a:rPr lang="en-US" sz="1800" dirty="0">
                <a:solidFill>
                  <a:schemeClr val="tx1"/>
                </a:solidFill>
                <a:latin typeface="Poppins"/>
                <a:cs typeface="Poppins"/>
              </a:rPr>
              <a:t>Production-ready sensor platform</a:t>
            </a:r>
            <a:endParaRPr lang="en-US" sz="18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11" name="Google Shape;1053;p44">
            <a:extLst>
              <a:ext uri="{FF2B5EF4-FFF2-40B4-BE49-F238E27FC236}">
                <a16:creationId xmlns:a16="http://schemas.microsoft.com/office/drawing/2014/main" id="{28C0F6A0-65F8-9C64-FA7C-A486675D6C4E}"/>
              </a:ext>
            </a:extLst>
          </p:cNvPr>
          <p:cNvSpPr txBox="1"/>
          <p:nvPr/>
        </p:nvSpPr>
        <p:spPr>
          <a:xfrm>
            <a:off x="3357379" y="3904448"/>
            <a:ext cx="5007671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High-Sensitivity Hydrogen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Detection capability up to 1 ppm H₂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Suitable for early leak detection and low-level hydrogen monitoring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High-resolution single-gas measurement</a:t>
            </a:r>
          </a:p>
        </p:txBody>
      </p:sp>
      <p:sp>
        <p:nvSpPr>
          <p:cNvPr id="12" name="Google Shape;1053;p44">
            <a:extLst>
              <a:ext uri="{FF2B5EF4-FFF2-40B4-BE49-F238E27FC236}">
                <a16:creationId xmlns:a16="http://schemas.microsoft.com/office/drawing/2014/main" id="{0693D4FB-55E0-18C5-224E-20F9821712A2}"/>
              </a:ext>
            </a:extLst>
          </p:cNvPr>
          <p:cNvSpPr txBox="1"/>
          <p:nvPr/>
        </p:nvSpPr>
        <p:spPr>
          <a:xfrm>
            <a:off x="3357381" y="7190670"/>
            <a:ext cx="4765540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2000" b="1" dirty="0"/>
              <a:t>No External Excitation Required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Self-powered resembling a tiny battery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Generates its own measurable voltage signal without requiring any external power source or excitation circuitry</a:t>
            </a:r>
          </a:p>
        </p:txBody>
      </p:sp>
      <p:sp>
        <p:nvSpPr>
          <p:cNvPr id="15" name="Google Shape;1053;p44">
            <a:extLst>
              <a:ext uri="{FF2B5EF4-FFF2-40B4-BE49-F238E27FC236}">
                <a16:creationId xmlns:a16="http://schemas.microsoft.com/office/drawing/2014/main" id="{C4089A0F-A6F3-BE8D-82BB-EC363A412B53}"/>
              </a:ext>
            </a:extLst>
          </p:cNvPr>
          <p:cNvSpPr txBox="1"/>
          <p:nvPr/>
        </p:nvSpPr>
        <p:spPr>
          <a:xfrm>
            <a:off x="3357378" y="5555307"/>
            <a:ext cx="5466581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2000" b="1" dirty="0"/>
              <a:t>Selective H₂ Measurement</a:t>
            </a:r>
            <a:br>
              <a:rPr lang="en-IN" sz="2000" dirty="0"/>
            </a:b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Designed for hydrogen-specific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Zero cross-sensitivity to other gases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Reduces false alarms in mixed-gas environments</a:t>
            </a:r>
          </a:p>
        </p:txBody>
      </p:sp>
      <p:pic>
        <p:nvPicPr>
          <p:cNvPr id="16" name="Picture 15" descr="A black cloud with a check mark&#10;&#10;AI-generated content may be incorrect.">
            <a:extLst>
              <a:ext uri="{FF2B5EF4-FFF2-40B4-BE49-F238E27FC236}">
                <a16:creationId xmlns:a16="http://schemas.microsoft.com/office/drawing/2014/main" id="{6F6D50BF-41B0-79B9-F126-AA3B6524F9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1832" t="14535" r="11215" b="15370"/>
          <a:stretch>
            <a:fillRect/>
          </a:stretch>
        </p:blipFill>
        <p:spPr>
          <a:xfrm>
            <a:off x="1688499" y="8686490"/>
            <a:ext cx="1580580" cy="1439737"/>
          </a:xfrm>
          <a:prstGeom prst="rect">
            <a:avLst/>
          </a:prstGeom>
        </p:spPr>
      </p:pic>
      <p:pic>
        <p:nvPicPr>
          <p:cNvPr id="20" name="Picture 19" descr="A black and white logo&#10;&#10;AI-generated content may be incorrect.">
            <a:extLst>
              <a:ext uri="{FF2B5EF4-FFF2-40B4-BE49-F238E27FC236}">
                <a16:creationId xmlns:a16="http://schemas.microsoft.com/office/drawing/2014/main" id="{4E90445F-25F7-0B40-AB3C-59C8C9976E7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2130" t="9288" r="12130" b="18214"/>
          <a:stretch>
            <a:fillRect/>
          </a:stretch>
        </p:blipFill>
        <p:spPr>
          <a:xfrm>
            <a:off x="1850044" y="2354216"/>
            <a:ext cx="1394392" cy="1439738"/>
          </a:xfrm>
          <a:prstGeom prst="rect">
            <a:avLst/>
          </a:prstGeom>
        </p:spPr>
      </p:pic>
      <p:sp>
        <p:nvSpPr>
          <p:cNvPr id="21" name="Google Shape;1053;p44">
            <a:extLst>
              <a:ext uri="{FF2B5EF4-FFF2-40B4-BE49-F238E27FC236}">
                <a16:creationId xmlns:a16="http://schemas.microsoft.com/office/drawing/2014/main" id="{A57E588E-6684-2B58-0D48-02A680D05607}"/>
              </a:ext>
            </a:extLst>
          </p:cNvPr>
          <p:cNvSpPr txBox="1"/>
          <p:nvPr/>
        </p:nvSpPr>
        <p:spPr>
          <a:xfrm rot="16200000">
            <a:off x="-2603153" y="5978238"/>
            <a:ext cx="737759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Unique Features</a:t>
            </a:r>
            <a:endParaRPr lang="en-US" sz="40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1053;p44">
            <a:extLst>
              <a:ext uri="{FF2B5EF4-FFF2-40B4-BE49-F238E27FC236}">
                <a16:creationId xmlns:a16="http://schemas.microsoft.com/office/drawing/2014/main" id="{0A07FF4B-6306-4D24-E3B2-6675B81819DD}"/>
              </a:ext>
            </a:extLst>
          </p:cNvPr>
          <p:cNvSpPr txBox="1"/>
          <p:nvPr/>
        </p:nvSpPr>
        <p:spPr>
          <a:xfrm>
            <a:off x="11215053" y="1751275"/>
            <a:ext cx="587334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Applications</a:t>
            </a:r>
          </a:p>
        </p:txBody>
      </p:sp>
      <p:sp>
        <p:nvSpPr>
          <p:cNvPr id="25" name="Google Shape;1053;p44">
            <a:extLst>
              <a:ext uri="{FF2B5EF4-FFF2-40B4-BE49-F238E27FC236}">
                <a16:creationId xmlns:a16="http://schemas.microsoft.com/office/drawing/2014/main" id="{467E1CE2-4FFD-9CCD-50BC-84FBCAEFFC72}"/>
              </a:ext>
            </a:extLst>
          </p:cNvPr>
          <p:cNvSpPr txBox="1"/>
          <p:nvPr/>
        </p:nvSpPr>
        <p:spPr>
          <a:xfrm>
            <a:off x="12522880" y="2825894"/>
            <a:ext cx="422965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Fixed Leak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Continuous hydrogen monitoring for enclosed industrial spaces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cs typeface="Poppins"/>
              </a:rPr>
              <a:t>Suitable for permanent installation where early warning, low-level detection, and reliable field operation are required</a:t>
            </a:r>
            <a:endParaRPr lang="en-US" sz="18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</p:txBody>
      </p:sp>
      <p:pic>
        <p:nvPicPr>
          <p:cNvPr id="29" name="Picture 28" descr="A black and white image of smoke detector&#10;&#10;AI-generated content may be incorrect.">
            <a:extLst>
              <a:ext uri="{FF2B5EF4-FFF2-40B4-BE49-F238E27FC236}">
                <a16:creationId xmlns:a16="http://schemas.microsoft.com/office/drawing/2014/main" id="{BB0C7AD3-A359-5361-02E0-FD89BE431B2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50000" r="4956" b="11630"/>
          <a:stretch>
            <a:fillRect/>
          </a:stretch>
        </p:blipFill>
        <p:spPr>
          <a:xfrm>
            <a:off x="10908200" y="2755968"/>
            <a:ext cx="1456757" cy="1363024"/>
          </a:xfrm>
          <a:prstGeom prst="rect">
            <a:avLst/>
          </a:prstGeom>
        </p:spPr>
      </p:pic>
      <p:pic>
        <p:nvPicPr>
          <p:cNvPr id="31" name="Picture 30" descr="A magnifying glass with a graph&#10;&#10;AI-generated content may be incorrect.">
            <a:extLst>
              <a:ext uri="{FF2B5EF4-FFF2-40B4-BE49-F238E27FC236}">
                <a16:creationId xmlns:a16="http://schemas.microsoft.com/office/drawing/2014/main" id="{B8BC9EC2-C607-1795-1EF0-1972E95BFC7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9902"/>
          <a:stretch>
            <a:fillRect/>
          </a:stretch>
        </p:blipFill>
        <p:spPr>
          <a:xfrm>
            <a:off x="11062655" y="5001806"/>
            <a:ext cx="1375095" cy="1526225"/>
          </a:xfrm>
          <a:prstGeom prst="rect">
            <a:avLst/>
          </a:prstGeom>
        </p:spPr>
      </p:pic>
      <p:sp>
        <p:nvSpPr>
          <p:cNvPr id="32" name="Google Shape;1053;p44">
            <a:extLst>
              <a:ext uri="{FF2B5EF4-FFF2-40B4-BE49-F238E27FC236}">
                <a16:creationId xmlns:a16="http://schemas.microsoft.com/office/drawing/2014/main" id="{07E30573-F196-AD8F-79F4-B030D75D863B}"/>
              </a:ext>
            </a:extLst>
          </p:cNvPr>
          <p:cNvSpPr txBox="1"/>
          <p:nvPr/>
        </p:nvSpPr>
        <p:spPr>
          <a:xfrm>
            <a:off x="12522880" y="5312790"/>
            <a:ext cx="4850722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cs typeface="Poppins"/>
              </a:rPr>
              <a:t>High-Precision H₂ Analyzers for Mixed Gases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Accurate H₂ concentration measurement in mixed gases for process monitoring, R&amp;D, calibration, and gas blending applications</a:t>
            </a:r>
          </a:p>
        </p:txBody>
      </p:sp>
      <p:sp>
        <p:nvSpPr>
          <p:cNvPr id="35" name="Google Shape;1053;p44">
            <a:extLst>
              <a:ext uri="{FF2B5EF4-FFF2-40B4-BE49-F238E27FC236}">
                <a16:creationId xmlns:a16="http://schemas.microsoft.com/office/drawing/2014/main" id="{DE30A79C-0522-C810-EAF7-6C38ACB54543}"/>
              </a:ext>
            </a:extLst>
          </p:cNvPr>
          <p:cNvSpPr txBox="1"/>
          <p:nvPr/>
        </p:nvSpPr>
        <p:spPr>
          <a:xfrm>
            <a:off x="12637824" y="7713588"/>
            <a:ext cx="3745804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Portable H₂ Leak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Handheld / portable detectors for inspection and maintenance in hazardous zones, hydrogen infrastructure, fuel-cell systems, and industrial facilities.</a:t>
            </a:r>
          </a:p>
        </p:txBody>
      </p:sp>
      <p:sp>
        <p:nvSpPr>
          <p:cNvPr id="8" name="Google Shape;1053;p44">
            <a:extLst>
              <a:ext uri="{FF2B5EF4-FFF2-40B4-BE49-F238E27FC236}">
                <a16:creationId xmlns:a16="http://schemas.microsoft.com/office/drawing/2014/main" id="{97BCD2D8-D2F2-A0AF-8751-ACC6AC2AF3A6}"/>
              </a:ext>
            </a:extLst>
          </p:cNvPr>
          <p:cNvSpPr txBox="1"/>
          <p:nvPr/>
        </p:nvSpPr>
        <p:spPr>
          <a:xfrm>
            <a:off x="3357378" y="8873369"/>
            <a:ext cx="5999982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2000" b="1" dirty="0"/>
              <a:t>Proprietary Calibration Intelligence</a:t>
            </a:r>
            <a:br>
              <a:rPr lang="en-IN" sz="2000" dirty="0"/>
            </a:b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Differentiated calibration algorithms 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Improves measurement accuracy, repeatability, and long-term stability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0027AF-40AF-FC3D-1F6A-3F62DEE93C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2235" y="7241504"/>
            <a:ext cx="1259712" cy="12597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070A014-9CC7-7C2E-FE45-56D56656C1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8499" y="5416322"/>
            <a:ext cx="1554757" cy="15547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063423C-D608-97ED-9431-D81A17B061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8335" y="7576996"/>
            <a:ext cx="1692771" cy="169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6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D81D7522-1326-6F2F-9AF0-6E74EADEC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5C7DAA9A-21B8-252F-F430-67A318C352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Technology Overview</a:t>
            </a:r>
            <a:endParaRPr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401B7-F2CC-2F9A-180F-C90485959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1867954"/>
            <a:ext cx="15019200" cy="845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0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D40492A7-6168-06CC-DFE4-4B979D58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CB2D98E0-F7BE-7BA9-F4A2-F2FEB6961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MEMS Sensor Value Proposition</a:t>
            </a:r>
            <a:endParaRPr sz="5400" dirty="0"/>
          </a:p>
        </p:txBody>
      </p:sp>
      <p:pic>
        <p:nvPicPr>
          <p:cNvPr id="6" name="Picture 5" descr="A black gauge with a point&#10;&#10;AI-generated content may be incorrect.">
            <a:extLst>
              <a:ext uri="{FF2B5EF4-FFF2-40B4-BE49-F238E27FC236}">
                <a16:creationId xmlns:a16="http://schemas.microsoft.com/office/drawing/2014/main" id="{76205F30-DF18-C588-AD90-345C32899A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9170" t="27703" r="12352" b="24023"/>
          <a:stretch>
            <a:fillRect/>
          </a:stretch>
        </p:blipFill>
        <p:spPr>
          <a:xfrm>
            <a:off x="1663853" y="3029436"/>
            <a:ext cx="1497993" cy="921458"/>
          </a:xfrm>
          <a:prstGeom prst="rect">
            <a:avLst/>
          </a:prstGeom>
        </p:spPr>
      </p:pic>
      <p:sp>
        <p:nvSpPr>
          <p:cNvPr id="7" name="Google Shape;1053;p44">
            <a:extLst>
              <a:ext uri="{FF2B5EF4-FFF2-40B4-BE49-F238E27FC236}">
                <a16:creationId xmlns:a16="http://schemas.microsoft.com/office/drawing/2014/main" id="{F0477E46-1B95-B6C6-23CD-08FA3D222B16}"/>
              </a:ext>
            </a:extLst>
          </p:cNvPr>
          <p:cNvSpPr txBox="1"/>
          <p:nvPr/>
        </p:nvSpPr>
        <p:spPr>
          <a:xfrm>
            <a:off x="3363432" y="2825894"/>
            <a:ext cx="4962114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High Performance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Response Time &lt; 200 mS 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0% to 100% Operating Range. 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10 Years Maintenance Free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High-resolution measurement capability.</a:t>
            </a:r>
          </a:p>
        </p:txBody>
      </p:sp>
      <p:sp>
        <p:nvSpPr>
          <p:cNvPr id="11" name="Google Shape;1053;p44">
            <a:extLst>
              <a:ext uri="{FF2B5EF4-FFF2-40B4-BE49-F238E27FC236}">
                <a16:creationId xmlns:a16="http://schemas.microsoft.com/office/drawing/2014/main" id="{696FAF8C-008D-CD84-4889-397A905075F8}"/>
              </a:ext>
            </a:extLst>
          </p:cNvPr>
          <p:cNvSpPr txBox="1"/>
          <p:nvPr/>
        </p:nvSpPr>
        <p:spPr>
          <a:xfrm>
            <a:off x="3357379" y="4474859"/>
            <a:ext cx="409498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Miniature, Low Power, Scalable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Compact MEMS structure with manufacturable sensor architecture</a:t>
            </a:r>
          </a:p>
        </p:txBody>
      </p:sp>
      <p:sp>
        <p:nvSpPr>
          <p:cNvPr id="12" name="Google Shape;1053;p44">
            <a:extLst>
              <a:ext uri="{FF2B5EF4-FFF2-40B4-BE49-F238E27FC236}">
                <a16:creationId xmlns:a16="http://schemas.microsoft.com/office/drawing/2014/main" id="{8F36263B-9D53-A5C1-8405-D9321A43EFA6}"/>
              </a:ext>
            </a:extLst>
          </p:cNvPr>
          <p:cNvSpPr txBox="1"/>
          <p:nvPr/>
        </p:nvSpPr>
        <p:spPr>
          <a:xfrm>
            <a:off x="3357381" y="7761081"/>
            <a:ext cx="476554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Harsh Environment Operation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Designed for industrial temperature range, EMC robustness, and IP-rated enclosures</a:t>
            </a:r>
          </a:p>
        </p:txBody>
      </p:sp>
      <p:pic>
        <p:nvPicPr>
          <p:cNvPr id="14" name="Picture 13" descr="A black and white symbol of a weather&#10;&#10;AI-generated content may be incorrect.">
            <a:extLst>
              <a:ext uri="{FF2B5EF4-FFF2-40B4-BE49-F238E27FC236}">
                <a16:creationId xmlns:a16="http://schemas.microsoft.com/office/drawing/2014/main" id="{DE53757F-8B1A-7C26-F668-B6A6B216E68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09402" y="7713745"/>
            <a:ext cx="1138774" cy="1138774"/>
          </a:xfrm>
          <a:prstGeom prst="rect">
            <a:avLst/>
          </a:prstGeom>
        </p:spPr>
      </p:pic>
      <p:sp>
        <p:nvSpPr>
          <p:cNvPr id="15" name="Google Shape;1053;p44">
            <a:extLst>
              <a:ext uri="{FF2B5EF4-FFF2-40B4-BE49-F238E27FC236}">
                <a16:creationId xmlns:a16="http://schemas.microsoft.com/office/drawing/2014/main" id="{6A544D33-BC6B-1C78-7B04-B86439AA94DD}"/>
              </a:ext>
            </a:extLst>
          </p:cNvPr>
          <p:cNvSpPr txBox="1"/>
          <p:nvPr/>
        </p:nvSpPr>
        <p:spPr>
          <a:xfrm>
            <a:off x="3357378" y="6125718"/>
            <a:ext cx="5466581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Intelligent Processing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Measures gas-specific thermal conductivity, thermal diffusivity, and temperature-response signatures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Innovative sensor data processing algos</a:t>
            </a:r>
          </a:p>
        </p:txBody>
      </p:sp>
      <p:pic>
        <p:nvPicPr>
          <p:cNvPr id="16" name="Picture 15" descr="A black cloud with a check mark&#10;&#10;AI-generated content may be incorrect.">
            <a:extLst>
              <a:ext uri="{FF2B5EF4-FFF2-40B4-BE49-F238E27FC236}">
                <a16:creationId xmlns:a16="http://schemas.microsoft.com/office/drawing/2014/main" id="{E6C92A1E-0555-D5BF-CF01-279640B7AC8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1832" t="14535" r="11215" b="15370"/>
          <a:stretch>
            <a:fillRect/>
          </a:stretch>
        </p:blipFill>
        <p:spPr>
          <a:xfrm>
            <a:off x="1663856" y="6101753"/>
            <a:ext cx="1580580" cy="1439737"/>
          </a:xfrm>
          <a:prstGeom prst="rect">
            <a:avLst/>
          </a:prstGeom>
        </p:spPr>
      </p:pic>
      <p:pic>
        <p:nvPicPr>
          <p:cNvPr id="20" name="Picture 19" descr="A black and white logo&#10;&#10;AI-generated content may be incorrect.">
            <a:extLst>
              <a:ext uri="{FF2B5EF4-FFF2-40B4-BE49-F238E27FC236}">
                <a16:creationId xmlns:a16="http://schemas.microsoft.com/office/drawing/2014/main" id="{96FB5683-3A34-2486-5DAE-7E1A9837AFC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2130" t="9288" r="12130" b="18214"/>
          <a:stretch>
            <a:fillRect/>
          </a:stretch>
        </p:blipFill>
        <p:spPr>
          <a:xfrm>
            <a:off x="1692555" y="4427768"/>
            <a:ext cx="1394392" cy="1439738"/>
          </a:xfrm>
          <a:prstGeom prst="rect">
            <a:avLst/>
          </a:prstGeom>
        </p:spPr>
      </p:pic>
      <p:sp>
        <p:nvSpPr>
          <p:cNvPr id="21" name="Google Shape;1053;p44">
            <a:extLst>
              <a:ext uri="{FF2B5EF4-FFF2-40B4-BE49-F238E27FC236}">
                <a16:creationId xmlns:a16="http://schemas.microsoft.com/office/drawing/2014/main" id="{0F8E7EC3-1B2C-61C6-20D0-8F6A430809BE}"/>
              </a:ext>
            </a:extLst>
          </p:cNvPr>
          <p:cNvSpPr txBox="1"/>
          <p:nvPr/>
        </p:nvSpPr>
        <p:spPr>
          <a:xfrm>
            <a:off x="1663853" y="2227885"/>
            <a:ext cx="73775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Unique Features</a:t>
            </a:r>
            <a:endParaRPr lang="en-US" sz="24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1053;p44">
            <a:extLst>
              <a:ext uri="{FF2B5EF4-FFF2-40B4-BE49-F238E27FC236}">
                <a16:creationId xmlns:a16="http://schemas.microsoft.com/office/drawing/2014/main" id="{207308CD-FE16-24B7-A9C8-C9F0CB690A9E}"/>
              </a:ext>
            </a:extLst>
          </p:cNvPr>
          <p:cNvSpPr txBox="1"/>
          <p:nvPr/>
        </p:nvSpPr>
        <p:spPr>
          <a:xfrm>
            <a:off x="10925076" y="2227885"/>
            <a:ext cx="58733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  <a:endParaRPr lang="en-US" sz="24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Google Shape;1053;p44">
            <a:extLst>
              <a:ext uri="{FF2B5EF4-FFF2-40B4-BE49-F238E27FC236}">
                <a16:creationId xmlns:a16="http://schemas.microsoft.com/office/drawing/2014/main" id="{CCB1C0A8-01D5-8403-5932-CAD85BC8EC56}"/>
              </a:ext>
            </a:extLst>
          </p:cNvPr>
          <p:cNvSpPr txBox="1"/>
          <p:nvPr/>
        </p:nvSpPr>
        <p:spPr>
          <a:xfrm>
            <a:off x="12522880" y="2825894"/>
            <a:ext cx="422965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Leak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Hydrogen, Helium, Methane, SF</a:t>
            </a:r>
            <a:r>
              <a:rPr lang="en-US" sz="1800" baseline="-25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, Hydrocarbons, Refrigerants and other Gases</a:t>
            </a:r>
          </a:p>
        </p:txBody>
      </p:sp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E4BC2EC5-AEDE-78E4-E859-DBF57510FEF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47708" y="5970070"/>
            <a:ext cx="1439737" cy="1439737"/>
          </a:xfrm>
          <a:prstGeom prst="rect">
            <a:avLst/>
          </a:prstGeom>
        </p:spPr>
      </p:pic>
      <p:pic>
        <p:nvPicPr>
          <p:cNvPr id="29" name="Picture 28" descr="A black and white image of smoke detector&#10;&#10;AI-generated content may be incorrect.">
            <a:extLst>
              <a:ext uri="{FF2B5EF4-FFF2-40B4-BE49-F238E27FC236}">
                <a16:creationId xmlns:a16="http://schemas.microsoft.com/office/drawing/2014/main" id="{4F938E7D-37FC-D6A2-953B-B2F1DB0AB2D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50000" r="4956" b="11630"/>
          <a:stretch>
            <a:fillRect/>
          </a:stretch>
        </p:blipFill>
        <p:spPr>
          <a:xfrm>
            <a:off x="10908200" y="2755968"/>
            <a:ext cx="1456757" cy="1363024"/>
          </a:xfrm>
          <a:prstGeom prst="rect">
            <a:avLst/>
          </a:prstGeom>
        </p:spPr>
      </p:pic>
      <p:pic>
        <p:nvPicPr>
          <p:cNvPr id="31" name="Picture 30" descr="A magnifying glass with a graph&#10;&#10;AI-generated content may be incorrect.">
            <a:extLst>
              <a:ext uri="{FF2B5EF4-FFF2-40B4-BE49-F238E27FC236}">
                <a16:creationId xmlns:a16="http://schemas.microsoft.com/office/drawing/2014/main" id="{DA73F043-D93B-286C-C566-6527F11591B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9902"/>
          <a:stretch>
            <a:fillRect/>
          </a:stretch>
        </p:blipFill>
        <p:spPr>
          <a:xfrm>
            <a:off x="11062653" y="4242976"/>
            <a:ext cx="1375095" cy="1526225"/>
          </a:xfrm>
          <a:prstGeom prst="rect">
            <a:avLst/>
          </a:prstGeom>
        </p:spPr>
      </p:pic>
      <p:sp>
        <p:nvSpPr>
          <p:cNvPr id="32" name="Google Shape;1053;p44">
            <a:extLst>
              <a:ext uri="{FF2B5EF4-FFF2-40B4-BE49-F238E27FC236}">
                <a16:creationId xmlns:a16="http://schemas.microsoft.com/office/drawing/2014/main" id="{46C80B8C-8AB7-1446-9351-493F15C66778}"/>
              </a:ext>
            </a:extLst>
          </p:cNvPr>
          <p:cNvSpPr txBox="1"/>
          <p:nvPr/>
        </p:nvSpPr>
        <p:spPr>
          <a:xfrm>
            <a:off x="12522878" y="4553960"/>
            <a:ext cx="4850722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Analysis &amp; Trends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Purity &amp; Concentration Monitoring</a:t>
            </a:r>
          </a:p>
          <a:p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Predicting Thermal Runaway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Transformer and equipment health check</a:t>
            </a:r>
          </a:p>
        </p:txBody>
      </p:sp>
      <p:sp>
        <p:nvSpPr>
          <p:cNvPr id="35" name="Google Shape;1053;p44">
            <a:extLst>
              <a:ext uri="{FF2B5EF4-FFF2-40B4-BE49-F238E27FC236}">
                <a16:creationId xmlns:a16="http://schemas.microsoft.com/office/drawing/2014/main" id="{984A16DC-7D74-287A-D0BE-6A6E6F20693B}"/>
              </a:ext>
            </a:extLst>
          </p:cNvPr>
          <p:cNvSpPr txBox="1"/>
          <p:nvPr/>
        </p:nvSpPr>
        <p:spPr>
          <a:xfrm>
            <a:off x="12522879" y="6130193"/>
            <a:ext cx="3745804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Joint Level Leak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Pipelines, valves, flanges, connectors, cabinets, and sealed enclosures</a:t>
            </a:r>
          </a:p>
        </p:txBody>
      </p:sp>
      <p:pic>
        <p:nvPicPr>
          <p:cNvPr id="37" name="Picture 36" descr="A thermometer with a exclamation mark&#10;&#10;AI-generated content may be incorrect.">
            <a:extLst>
              <a:ext uri="{FF2B5EF4-FFF2-40B4-BE49-F238E27FC236}">
                <a16:creationId xmlns:a16="http://schemas.microsoft.com/office/drawing/2014/main" id="{870A3224-1F4C-D620-FD4C-83C9416175D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25264" t="23076" r="19761" b="19669"/>
          <a:stretch>
            <a:fillRect/>
          </a:stretch>
        </p:blipFill>
        <p:spPr>
          <a:xfrm>
            <a:off x="11114832" y="7558531"/>
            <a:ext cx="1242456" cy="1293988"/>
          </a:xfrm>
          <a:prstGeom prst="rect">
            <a:avLst/>
          </a:prstGeom>
        </p:spPr>
      </p:pic>
      <p:sp>
        <p:nvSpPr>
          <p:cNvPr id="38" name="Google Shape;1053;p44">
            <a:extLst>
              <a:ext uri="{FF2B5EF4-FFF2-40B4-BE49-F238E27FC236}">
                <a16:creationId xmlns:a16="http://schemas.microsoft.com/office/drawing/2014/main" id="{E87D1D20-3116-DF57-22D7-6C9F8DCE902F}"/>
              </a:ext>
            </a:extLst>
          </p:cNvPr>
          <p:cNvSpPr txBox="1"/>
          <p:nvPr/>
        </p:nvSpPr>
        <p:spPr>
          <a:xfrm>
            <a:off x="12522878" y="7761081"/>
            <a:ext cx="374580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Hotspot Detection</a:t>
            </a:r>
          </a:p>
          <a:p>
            <a:pPr lvl="0"/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Heat-flow sensing in conductors, cabinets, transformers, and thermal-risk zones</a:t>
            </a:r>
          </a:p>
        </p:txBody>
      </p:sp>
    </p:spTree>
    <p:extLst>
      <p:ext uri="{BB962C8B-B14F-4D97-AF65-F5344CB8AC3E}">
        <p14:creationId xmlns:p14="http://schemas.microsoft.com/office/powerpoint/2010/main" val="3180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/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dirty="0"/>
              <a:t>Challenges in Hydrogen Detection</a:t>
            </a:r>
          </a:p>
        </p:txBody>
      </p:sp>
      <p:sp>
        <p:nvSpPr>
          <p:cNvPr id="1186" name="Google Shape;1186;p52"/>
          <p:cNvSpPr/>
          <p:nvPr/>
        </p:nvSpPr>
        <p:spPr>
          <a:xfrm>
            <a:off x="831848" y="2022453"/>
            <a:ext cx="6018449" cy="2214267"/>
          </a:xfrm>
          <a:prstGeom prst="rect">
            <a:avLst/>
          </a:prstGeom>
          <a:gradFill>
            <a:gsLst>
              <a:gs pos="0">
                <a:schemeClr val="lt1"/>
              </a:gs>
              <a:gs pos="1000">
                <a:schemeClr val="lt1"/>
              </a:gs>
              <a:gs pos="100000">
                <a:srgbClr val="F2F2F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1097275" rIns="91425" bIns="91425" anchor="t" anchorCtr="0">
            <a:noAutofit/>
          </a:bodyPr>
          <a:lstStyle/>
          <a:p>
            <a:pPr lvl="0" algn="ctr"/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</a:rPr>
              <a:t>Conventional gas sensing solutions are often bulky, power-hungry, and expensive to deploy across large installations</a:t>
            </a:r>
            <a:endParaRPr lang="en-US" sz="2200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1187" name="Google Shape;1187;p52"/>
          <p:cNvSpPr/>
          <p:nvPr/>
        </p:nvSpPr>
        <p:spPr>
          <a:xfrm>
            <a:off x="831848" y="2022454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High Cost, Size and</a:t>
            </a:r>
            <a:r>
              <a:rPr lang="en-US" sz="2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Power</a:t>
            </a:r>
            <a:endParaRPr dirty="0"/>
          </a:p>
        </p:txBody>
      </p:sp>
      <p:sp>
        <p:nvSpPr>
          <p:cNvPr id="1188" name="Google Shape;1188;p52"/>
          <p:cNvSpPr/>
          <p:nvPr/>
        </p:nvSpPr>
        <p:spPr>
          <a:xfrm>
            <a:off x="6976368" y="2022453"/>
            <a:ext cx="6018449" cy="2214267"/>
          </a:xfrm>
          <a:prstGeom prst="rect">
            <a:avLst/>
          </a:prstGeom>
          <a:gradFill>
            <a:gsLst>
              <a:gs pos="0">
                <a:schemeClr val="lt1"/>
              </a:gs>
              <a:gs pos="1000">
                <a:schemeClr val="lt1"/>
              </a:gs>
              <a:gs pos="100000">
                <a:srgbClr val="F2F2F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109727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Poor reliability, especially in unmanned or harsh environments leading to frequent calibration, maintenance, or replacement</a:t>
            </a:r>
            <a:endParaRPr sz="2200" dirty="0">
              <a:solidFill>
                <a:schemeClr val="dk1"/>
              </a:solidFill>
              <a:latin typeface="Poppins"/>
              <a:cs typeface="Poppins"/>
            </a:endParaRPr>
          </a:p>
        </p:txBody>
      </p:sp>
      <p:sp>
        <p:nvSpPr>
          <p:cNvPr id="1189" name="Google Shape;1189;p52"/>
          <p:cNvSpPr/>
          <p:nvPr/>
        </p:nvSpPr>
        <p:spPr>
          <a:xfrm>
            <a:off x="6976368" y="2022454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Functional Limitations</a:t>
            </a:r>
            <a:endParaRPr dirty="0"/>
          </a:p>
        </p:txBody>
      </p:sp>
      <p:sp>
        <p:nvSpPr>
          <p:cNvPr id="1190" name="Google Shape;1190;p52"/>
          <p:cNvSpPr/>
          <p:nvPr/>
        </p:nvSpPr>
        <p:spPr>
          <a:xfrm>
            <a:off x="13120888" y="2022453"/>
            <a:ext cx="6018449" cy="2214267"/>
          </a:xfrm>
          <a:prstGeom prst="rect">
            <a:avLst/>
          </a:prstGeom>
          <a:gradFill>
            <a:gsLst>
              <a:gs pos="0">
                <a:schemeClr val="lt1"/>
              </a:gs>
              <a:gs pos="1000">
                <a:schemeClr val="lt1"/>
              </a:gs>
              <a:gs pos="100000">
                <a:srgbClr val="F2F2F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1097275" rIns="91425" bIns="91425" anchor="t" anchorCtr="0">
            <a:noAutofit/>
          </a:bodyPr>
          <a:lstStyle/>
          <a:p>
            <a:pPr lvl="0" algn="ctr"/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Existing solutions can’t scale where </a:t>
            </a: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</a:rPr>
              <a:t>multiple sensing points are required across assets, facilities, or distributed infrastructure</a:t>
            </a:r>
            <a:endParaRPr sz="2200" dirty="0">
              <a:solidFill>
                <a:schemeClr val="dk1"/>
              </a:solidFill>
              <a:latin typeface="Poppins"/>
              <a:cs typeface="Poppins"/>
            </a:endParaRPr>
          </a:p>
        </p:txBody>
      </p:sp>
      <p:sp>
        <p:nvSpPr>
          <p:cNvPr id="1191" name="Google Shape;1191;p52"/>
          <p:cNvSpPr/>
          <p:nvPr/>
        </p:nvSpPr>
        <p:spPr>
          <a:xfrm>
            <a:off x="13120888" y="2022454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 Scalable</a:t>
            </a:r>
            <a:endParaRPr dirty="0"/>
          </a:p>
        </p:txBody>
      </p:sp>
      <p:sp>
        <p:nvSpPr>
          <p:cNvPr id="13" name="Google Shape;1188;p52">
            <a:extLst>
              <a:ext uri="{FF2B5EF4-FFF2-40B4-BE49-F238E27FC236}">
                <a16:creationId xmlns:a16="http://schemas.microsoft.com/office/drawing/2014/main" id="{06CE23BD-3760-6153-25E1-5611AE59402D}"/>
              </a:ext>
            </a:extLst>
          </p:cNvPr>
          <p:cNvSpPr/>
          <p:nvPr/>
        </p:nvSpPr>
        <p:spPr>
          <a:xfrm>
            <a:off x="831848" y="7909560"/>
            <a:ext cx="17889601" cy="24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09727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dk1"/>
              </a:solidFill>
              <a:latin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The market needs gas sensors that are smaller, lower-power, more reliable, and scalable for dense field deployment</a:t>
            </a:r>
          </a:p>
        </p:txBody>
      </p:sp>
      <p:sp>
        <p:nvSpPr>
          <p:cNvPr id="11" name="Google Shape;1189;p52">
            <a:extLst>
              <a:ext uri="{FF2B5EF4-FFF2-40B4-BE49-F238E27FC236}">
                <a16:creationId xmlns:a16="http://schemas.microsoft.com/office/drawing/2014/main" id="{D58DAF30-E9AE-8F67-3F8C-62E8BBFBCB29}"/>
              </a:ext>
            </a:extLst>
          </p:cNvPr>
          <p:cNvSpPr/>
          <p:nvPr/>
        </p:nvSpPr>
        <p:spPr>
          <a:xfrm>
            <a:off x="831849" y="4617721"/>
            <a:ext cx="7108191" cy="4419599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Customers need gas sensing solutions that are compact, low-power, reliable, and scalable without compromising measurement accuracy.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 hydrogen, clean energy, industrial automation, and safety applications expand, sensing must move closer to the point of risk — across pipelines, joints, enclosures, equipment, and remote assets.</a:t>
            </a:r>
            <a:endParaRPr sz="2200" dirty="0"/>
          </a:p>
        </p:txBody>
      </p:sp>
      <p:sp>
        <p:nvSpPr>
          <p:cNvPr id="2" name="Google Shape;1189;p52">
            <a:extLst>
              <a:ext uri="{FF2B5EF4-FFF2-40B4-BE49-F238E27FC236}">
                <a16:creationId xmlns:a16="http://schemas.microsoft.com/office/drawing/2014/main" id="{4CE39E40-FDED-D628-CD36-960DA87B8658}"/>
              </a:ext>
            </a:extLst>
          </p:cNvPr>
          <p:cNvSpPr/>
          <p:nvPr/>
        </p:nvSpPr>
        <p:spPr>
          <a:xfrm>
            <a:off x="8214360" y="4617721"/>
            <a:ext cx="10924977" cy="4419599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200" b="1" dirty="0">
                <a:solidFill>
                  <a:schemeClr val="lt1"/>
                </a:solidFill>
                <a:latin typeface="Poppins"/>
                <a:cs typeface="Poppins"/>
              </a:rPr>
              <a:t>Hydrogen safety — </a:t>
            </a:r>
            <a:r>
              <a:rPr lang="en-US" sz="2200" dirty="0">
                <a:solidFill>
                  <a:schemeClr val="lt1"/>
                </a:solidFill>
                <a:latin typeface="Poppins"/>
                <a:cs typeface="Poppins"/>
              </a:rPr>
              <a:t>leak detection across storage, distribution, and usage points</a:t>
            </a:r>
          </a:p>
          <a:p>
            <a:endParaRPr lang="en-US" sz="2200" b="1" dirty="0">
              <a:solidFill>
                <a:schemeClr val="lt1"/>
              </a:solidFill>
              <a:latin typeface="Poppins"/>
              <a:cs typeface="Poppins"/>
              <a:sym typeface="Poppins"/>
            </a:endParaRPr>
          </a:p>
          <a:p>
            <a:r>
              <a:rPr lang="en-US" sz="2200" b="1" dirty="0">
                <a:solidFill>
                  <a:schemeClr val="lt1"/>
                </a:solidFill>
                <a:latin typeface="Poppins"/>
                <a:cs typeface="Poppins"/>
              </a:rPr>
              <a:t>Industrial safety — </a:t>
            </a:r>
            <a:r>
              <a:rPr lang="en-US" sz="2200" dirty="0">
                <a:solidFill>
                  <a:schemeClr val="lt1"/>
                </a:solidFill>
                <a:latin typeface="Poppins"/>
                <a:cs typeface="Poppins"/>
              </a:rPr>
              <a:t>continuous monitoring in hazardous environments</a:t>
            </a:r>
          </a:p>
          <a:p>
            <a:endParaRPr lang="en-US" sz="2200" b="1" dirty="0">
              <a:solidFill>
                <a:schemeClr val="lt1"/>
              </a:solidFill>
              <a:latin typeface="Poppins"/>
              <a:cs typeface="Poppins"/>
              <a:sym typeface="Poppins"/>
            </a:endParaRPr>
          </a:p>
          <a:p>
            <a:r>
              <a:rPr lang="en-US" sz="2200" b="1" dirty="0">
                <a:solidFill>
                  <a:schemeClr val="lt1"/>
                </a:solidFill>
                <a:latin typeface="Poppins"/>
                <a:cs typeface="Poppins"/>
              </a:rPr>
              <a:t>Energy infrastructure — </a:t>
            </a:r>
            <a:r>
              <a:rPr lang="en-US" sz="2200" dirty="0">
                <a:solidFill>
                  <a:schemeClr val="lt1"/>
                </a:solidFill>
                <a:latin typeface="Poppins"/>
                <a:cs typeface="Poppins"/>
              </a:rPr>
              <a:t>distributed sensing across pipelines and joints</a:t>
            </a:r>
          </a:p>
          <a:p>
            <a:endParaRPr lang="en-US" sz="2200" b="1" dirty="0">
              <a:solidFill>
                <a:schemeClr val="lt1"/>
              </a:solidFill>
              <a:latin typeface="Poppins"/>
              <a:cs typeface="Poppins"/>
              <a:sym typeface="Poppins"/>
            </a:endParaRPr>
          </a:p>
          <a:p>
            <a:r>
              <a:rPr lang="en-US" sz="2200" b="1" dirty="0">
                <a:solidFill>
                  <a:schemeClr val="lt1"/>
                </a:solidFill>
                <a:latin typeface="Poppins"/>
                <a:cs typeface="Poppins"/>
              </a:rPr>
              <a:t>Smart monitoring — </a:t>
            </a:r>
            <a:r>
              <a:rPr lang="en-US" sz="2200" dirty="0">
                <a:solidFill>
                  <a:schemeClr val="lt1"/>
                </a:solidFill>
                <a:latin typeface="Poppins"/>
                <a:cs typeface="Poppins"/>
              </a:rPr>
              <a:t>low-power sensors for remote deployments</a:t>
            </a:r>
          </a:p>
          <a:p>
            <a:endParaRPr lang="en-US" sz="2200" b="1" dirty="0">
              <a:solidFill>
                <a:schemeClr val="lt1"/>
              </a:solidFill>
              <a:latin typeface="Poppins"/>
              <a:cs typeface="Poppins"/>
              <a:sym typeface="Poppins"/>
            </a:endParaRPr>
          </a:p>
          <a:p>
            <a:r>
              <a:rPr lang="en-US" sz="2200" b="1" dirty="0">
                <a:solidFill>
                  <a:schemeClr val="lt1"/>
                </a:solidFill>
                <a:latin typeface="Poppins"/>
                <a:cs typeface="Poppins"/>
              </a:rPr>
              <a:t>Emissions and ESG — </a:t>
            </a:r>
            <a:r>
              <a:rPr lang="en-US" sz="2200" dirty="0">
                <a:solidFill>
                  <a:schemeClr val="lt1"/>
                </a:solidFill>
                <a:latin typeface="Poppins"/>
                <a:cs typeface="Poppins"/>
              </a:rPr>
              <a:t>reliable gas detection for environmental needs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A8982-EF87-0CF0-6207-88E7CC24D4A3}"/>
              </a:ext>
            </a:extLst>
          </p:cNvPr>
          <p:cNvSpPr txBox="1"/>
          <p:nvPr/>
        </p:nvSpPr>
        <p:spPr>
          <a:xfrm>
            <a:off x="11888791" y="4746381"/>
            <a:ext cx="357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APPLICATION DRIVERS</a:t>
            </a:r>
            <a:endParaRPr lang="en-IN" sz="2200" dirty="0">
              <a:solidFill>
                <a:schemeClr val="dk1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7814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9E8D51DD-2F3E-4259-5AF9-DF0160DE2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ED06DF1B-5CF9-8C1C-6A4F-086EF33F2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 dirty="0"/>
              <a:t>Product Concept Explainer – MEMS Sensor </a:t>
            </a:r>
            <a:endParaRPr sz="5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599F4-B90A-0D28-8B9F-EEBB281E62AA}"/>
              </a:ext>
            </a:extLst>
          </p:cNvPr>
          <p:cNvSpPr txBox="1"/>
          <p:nvPr/>
        </p:nvSpPr>
        <p:spPr>
          <a:xfrm>
            <a:off x="8592087" y="4866731"/>
            <a:ext cx="1495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Source Current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39550A-7065-5DFB-DDFE-FCBAF508172D}"/>
              </a:ext>
            </a:extLst>
          </p:cNvPr>
          <p:cNvSpPr/>
          <p:nvPr/>
        </p:nvSpPr>
        <p:spPr>
          <a:xfrm>
            <a:off x="13471184" y="6385843"/>
            <a:ext cx="2687715" cy="12106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286C9-447D-47F6-C6B5-F23C1D391960}"/>
              </a:ext>
            </a:extLst>
          </p:cNvPr>
          <p:cNvSpPr txBox="1"/>
          <p:nvPr/>
        </p:nvSpPr>
        <p:spPr>
          <a:xfrm>
            <a:off x="13518536" y="6446515"/>
            <a:ext cx="25351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External  Power Module</a:t>
            </a:r>
          </a:p>
          <a:p>
            <a:pPr algn="ctr"/>
            <a:endParaRPr lang="en-IN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24V to 3.3V &amp; 1.8V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1571CD-5B61-D45E-8009-D6F4C8695433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12732317" y="6935657"/>
            <a:ext cx="738867" cy="555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0EDB09-0BAE-4C80-7F1E-C50270A0299B}"/>
              </a:ext>
            </a:extLst>
          </p:cNvPr>
          <p:cNvCxnSpPr>
            <a:cxnSpLocks/>
          </p:cNvCxnSpPr>
          <p:nvPr/>
        </p:nvCxnSpPr>
        <p:spPr>
          <a:xfrm flipH="1">
            <a:off x="12732317" y="5451506"/>
            <a:ext cx="768806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0BDC86-E97C-4D8E-D1E0-1064BD09A00D}"/>
              </a:ext>
            </a:extLst>
          </p:cNvPr>
          <p:cNvSpPr txBox="1"/>
          <p:nvPr/>
        </p:nvSpPr>
        <p:spPr>
          <a:xfrm>
            <a:off x="745134" y="8638423"/>
            <a:ext cx="5728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Poppins" panose="00000500000000000000" pitchFamily="2" charset="0"/>
                <a:cs typeface="Poppins" panose="00000500000000000000" pitchFamily="2" charset="0"/>
              </a:rPr>
              <a:t>High Level Architecture Blocks</a:t>
            </a:r>
          </a:p>
          <a:p>
            <a:endParaRPr lang="en-IN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AutoNum type="arabicPeriod"/>
            </a:pPr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MEMS Gas Sensor </a:t>
            </a:r>
          </a:p>
          <a:p>
            <a:pPr marL="457200" indent="-457200">
              <a:buAutoNum type="arabicPeriod"/>
            </a:pPr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AFE + supporting circuitry</a:t>
            </a:r>
          </a:p>
          <a:p>
            <a:pPr marL="457200" indent="-457200">
              <a:buAutoNum type="arabicPeriod"/>
            </a:pPr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Power Module (on-PCB)</a:t>
            </a:r>
          </a:p>
          <a:p>
            <a:pPr marL="457200" indent="-457200">
              <a:buAutoNum type="arabicPeriod"/>
            </a:pPr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Wired or Wireless Comm (on-PCB)</a:t>
            </a:r>
          </a:p>
        </p:txBody>
      </p:sp>
      <p:sp>
        <p:nvSpPr>
          <p:cNvPr id="6" name="Google Shape;1053;p44">
            <a:extLst>
              <a:ext uri="{FF2B5EF4-FFF2-40B4-BE49-F238E27FC236}">
                <a16:creationId xmlns:a16="http://schemas.microsoft.com/office/drawing/2014/main" id="{783CBBF9-CDDF-6439-BF24-33858E1E70D0}"/>
              </a:ext>
            </a:extLst>
          </p:cNvPr>
          <p:cNvSpPr txBox="1"/>
          <p:nvPr/>
        </p:nvSpPr>
        <p:spPr>
          <a:xfrm>
            <a:off x="2012762" y="2203418"/>
            <a:ext cx="180913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MEMS Gas Sensor Chip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BD552-A451-5A7F-220F-A443B8D16112}"/>
              </a:ext>
            </a:extLst>
          </p:cNvPr>
          <p:cNvSpPr txBox="1"/>
          <p:nvPr/>
        </p:nvSpPr>
        <p:spPr>
          <a:xfrm>
            <a:off x="4914046" y="5302169"/>
            <a:ext cx="1606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MEMS Gas Sensor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EF3A10-A798-784D-7CED-45F423C2935C}"/>
              </a:ext>
            </a:extLst>
          </p:cNvPr>
          <p:cNvSpPr txBox="1"/>
          <p:nvPr/>
        </p:nvSpPr>
        <p:spPr>
          <a:xfrm>
            <a:off x="4960754" y="6300163"/>
            <a:ext cx="1512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2 Sensors per Die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3F97D1-D121-483E-CCF3-77EB1E4F4751}"/>
              </a:ext>
            </a:extLst>
          </p:cNvPr>
          <p:cNvCxnSpPr/>
          <p:nvPr/>
        </p:nvCxnSpPr>
        <p:spPr>
          <a:xfrm>
            <a:off x="8479651" y="5521528"/>
            <a:ext cx="1562100" cy="0"/>
          </a:xfrm>
          <a:prstGeom prst="line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2B8B05-9493-FC4F-AE46-2529B3AB8A07}"/>
              </a:ext>
            </a:extLst>
          </p:cNvPr>
          <p:cNvCxnSpPr/>
          <p:nvPr/>
        </p:nvCxnSpPr>
        <p:spPr>
          <a:xfrm>
            <a:off x="8479651" y="5673928"/>
            <a:ext cx="1562100" cy="0"/>
          </a:xfrm>
          <a:prstGeom prst="line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FF17DC-A841-8ACA-6D3D-1374FE490B47}"/>
              </a:ext>
            </a:extLst>
          </p:cNvPr>
          <p:cNvCxnSpPr/>
          <p:nvPr/>
        </p:nvCxnSpPr>
        <p:spPr>
          <a:xfrm>
            <a:off x="8479651" y="5826328"/>
            <a:ext cx="1562100" cy="0"/>
          </a:xfrm>
          <a:prstGeom prst="line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3DFB20-473F-9FB8-FF38-2F5916507203}"/>
              </a:ext>
            </a:extLst>
          </p:cNvPr>
          <p:cNvCxnSpPr/>
          <p:nvPr/>
        </p:nvCxnSpPr>
        <p:spPr>
          <a:xfrm>
            <a:off x="8479651" y="5978728"/>
            <a:ext cx="1562100" cy="0"/>
          </a:xfrm>
          <a:prstGeom prst="line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D49E3D-4558-809E-BCF0-BD80EF7EB88F}"/>
              </a:ext>
            </a:extLst>
          </p:cNvPr>
          <p:cNvCxnSpPr/>
          <p:nvPr/>
        </p:nvCxnSpPr>
        <p:spPr>
          <a:xfrm>
            <a:off x="8334799" y="6377689"/>
            <a:ext cx="1562100" cy="0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FD00D5-B4D7-C1C2-4662-A6985A26F44B}"/>
              </a:ext>
            </a:extLst>
          </p:cNvPr>
          <p:cNvCxnSpPr/>
          <p:nvPr/>
        </p:nvCxnSpPr>
        <p:spPr>
          <a:xfrm>
            <a:off x="8334799" y="6530089"/>
            <a:ext cx="1562100" cy="0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B0BD8F-86D0-07DF-9A06-6D1125164A26}"/>
              </a:ext>
            </a:extLst>
          </p:cNvPr>
          <p:cNvCxnSpPr/>
          <p:nvPr/>
        </p:nvCxnSpPr>
        <p:spPr>
          <a:xfrm>
            <a:off x="8334799" y="6682489"/>
            <a:ext cx="1562100" cy="0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0FF0BC-5825-EE59-A600-6DD341FDA363}"/>
              </a:ext>
            </a:extLst>
          </p:cNvPr>
          <p:cNvCxnSpPr/>
          <p:nvPr/>
        </p:nvCxnSpPr>
        <p:spPr>
          <a:xfrm>
            <a:off x="8334799" y="6834889"/>
            <a:ext cx="1562100" cy="0"/>
          </a:xfrm>
          <a:prstGeom prst="line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1340441-0E39-D75D-E3D1-6317D5C572C9}"/>
              </a:ext>
            </a:extLst>
          </p:cNvPr>
          <p:cNvGrpSpPr/>
          <p:nvPr/>
        </p:nvGrpSpPr>
        <p:grpSpPr>
          <a:xfrm>
            <a:off x="10034028" y="5031714"/>
            <a:ext cx="2514951" cy="2248214"/>
            <a:chOff x="8794574" y="4530568"/>
            <a:chExt cx="2514951" cy="2248214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62E6C19-03E6-0964-8102-A23959E5B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94574" y="4530568"/>
              <a:ext cx="2514951" cy="2248214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213D739-63DB-B0A3-4F42-8521463F6DA4}"/>
                </a:ext>
              </a:extLst>
            </p:cNvPr>
            <p:cNvSpPr/>
            <p:nvPr/>
          </p:nvSpPr>
          <p:spPr>
            <a:xfrm>
              <a:off x="9374959" y="4754783"/>
              <a:ext cx="1593996" cy="1883084"/>
            </a:xfrm>
            <a:prstGeom prst="rect">
              <a:avLst/>
            </a:prstGeom>
            <a:solidFill>
              <a:srgbClr val="070E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62C8D7-D2C1-2455-200F-01B854572DF3}"/>
                </a:ext>
              </a:extLst>
            </p:cNvPr>
            <p:cNvSpPr txBox="1"/>
            <p:nvPr/>
          </p:nvSpPr>
          <p:spPr>
            <a:xfrm>
              <a:off x="9222418" y="4923044"/>
              <a:ext cx="1689202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MNST</a:t>
              </a:r>
            </a:p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AFE + Supporting Circuitry + Micro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A7C58FD-D973-0040-0BE1-5A5BB7768644}"/>
              </a:ext>
            </a:extLst>
          </p:cNvPr>
          <p:cNvGrpSpPr/>
          <p:nvPr/>
        </p:nvGrpSpPr>
        <p:grpSpPr>
          <a:xfrm>
            <a:off x="6689363" y="5118512"/>
            <a:ext cx="1807222" cy="2074618"/>
            <a:chOff x="3124201" y="4358468"/>
            <a:chExt cx="1807222" cy="2074618"/>
          </a:xfrm>
        </p:grpSpPr>
        <p:pic>
          <p:nvPicPr>
            <p:cNvPr id="58" name="Picture 57" descr="A close up of a device&#10;&#10;AI-generated content may be incorrect.">
              <a:extLst>
                <a:ext uri="{FF2B5EF4-FFF2-40B4-BE49-F238E27FC236}">
                  <a16:creationId xmlns:a16="http://schemas.microsoft.com/office/drawing/2014/main" id="{71FED7FA-C7EE-8448-0364-6F1C04A9F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666" t="19955" r="4509" b="26203"/>
            <a:stretch/>
          </p:blipFill>
          <p:spPr>
            <a:xfrm rot="10800000">
              <a:off x="3335135" y="4540416"/>
              <a:ext cx="1489364" cy="1729415"/>
            </a:xfrm>
            <a:prstGeom prst="rect">
              <a:avLst/>
            </a:prstGeom>
          </p:spPr>
        </p:pic>
        <p:sp>
          <p:nvSpPr>
            <p:cNvPr id="59" name="Frame 58">
              <a:extLst>
                <a:ext uri="{FF2B5EF4-FFF2-40B4-BE49-F238E27FC236}">
                  <a16:creationId xmlns:a16="http://schemas.microsoft.com/office/drawing/2014/main" id="{3B5FDD59-069A-EDD6-F642-DA71BDE890C7}"/>
                </a:ext>
              </a:extLst>
            </p:cNvPr>
            <p:cNvSpPr/>
            <p:nvPr/>
          </p:nvSpPr>
          <p:spPr>
            <a:xfrm>
              <a:off x="3124201" y="4358468"/>
              <a:ext cx="1807222" cy="2074618"/>
            </a:xfrm>
            <a:prstGeom prst="frame">
              <a:avLst>
                <a:gd name="adj1" fmla="val 1376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63" name="Frame 62">
            <a:extLst>
              <a:ext uri="{FF2B5EF4-FFF2-40B4-BE49-F238E27FC236}">
                <a16:creationId xmlns:a16="http://schemas.microsoft.com/office/drawing/2014/main" id="{3B9DB052-0F3F-A4E7-8DA3-EE601BC7E69F}"/>
              </a:ext>
            </a:extLst>
          </p:cNvPr>
          <p:cNvSpPr/>
          <p:nvPr/>
        </p:nvSpPr>
        <p:spPr>
          <a:xfrm>
            <a:off x="9880629" y="4839563"/>
            <a:ext cx="2851688" cy="2625525"/>
          </a:xfrm>
          <a:prstGeom prst="frame">
            <a:avLst>
              <a:gd name="adj1" fmla="val 98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EE29656E-2432-F0AD-7B0E-8CA8A096CA2C}"/>
              </a:ext>
            </a:extLst>
          </p:cNvPr>
          <p:cNvSpPr txBox="1"/>
          <p:nvPr/>
        </p:nvSpPr>
        <p:spPr>
          <a:xfrm>
            <a:off x="8542808" y="6898713"/>
            <a:ext cx="1495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Sense Voltage</a:t>
            </a:r>
          </a:p>
        </p:txBody>
      </p:sp>
      <p:grpSp>
        <p:nvGrpSpPr>
          <p:cNvPr id="1157" name="Group 1156">
            <a:extLst>
              <a:ext uri="{FF2B5EF4-FFF2-40B4-BE49-F238E27FC236}">
                <a16:creationId xmlns:a16="http://schemas.microsoft.com/office/drawing/2014/main" id="{6634C12B-36C3-0E4F-1535-665BAE62733E}"/>
              </a:ext>
            </a:extLst>
          </p:cNvPr>
          <p:cNvGrpSpPr/>
          <p:nvPr/>
        </p:nvGrpSpPr>
        <p:grpSpPr>
          <a:xfrm>
            <a:off x="13471184" y="4529105"/>
            <a:ext cx="2687716" cy="1664477"/>
            <a:chOff x="16646360" y="4667630"/>
            <a:chExt cx="1462911" cy="18599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BE87AC-3C18-5136-84D1-FC18B195CF7B}"/>
                </a:ext>
              </a:extLst>
            </p:cNvPr>
            <p:cNvSpPr txBox="1"/>
            <p:nvPr/>
          </p:nvSpPr>
          <p:spPr>
            <a:xfrm>
              <a:off x="16703637" y="4667630"/>
              <a:ext cx="1348357" cy="1753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16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/>
              <a:r>
                <a:rPr lang="en-IN" sz="1600" b="1" dirty="0">
                  <a:latin typeface="Poppins" panose="00000500000000000000" pitchFamily="2" charset="0"/>
                  <a:cs typeface="Poppins" panose="00000500000000000000" pitchFamily="2" charset="0"/>
                </a:rPr>
                <a:t>Wired</a:t>
              </a:r>
            </a:p>
            <a:p>
              <a:pPr algn="ctr"/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CAN, RS485, 4-20mA</a:t>
              </a:r>
            </a:p>
            <a:p>
              <a:pPr algn="ctr"/>
              <a:r>
                <a:rPr lang="en-IN" sz="1600" b="1" dirty="0">
                  <a:latin typeface="Poppins" panose="00000500000000000000" pitchFamily="2" charset="0"/>
                  <a:cs typeface="Poppins" panose="00000500000000000000" pitchFamily="2" charset="0"/>
                </a:rPr>
                <a:t>OR</a:t>
              </a:r>
            </a:p>
            <a:p>
              <a:pPr algn="ctr"/>
              <a:r>
                <a:rPr lang="en-IN" sz="1600" b="1" dirty="0">
                  <a:latin typeface="Poppins" panose="00000500000000000000" pitchFamily="2" charset="0"/>
                  <a:cs typeface="Poppins" panose="00000500000000000000" pitchFamily="2" charset="0"/>
                </a:rPr>
                <a:t>Wireless</a:t>
              </a:r>
            </a:p>
            <a:p>
              <a:pPr algn="ctr"/>
              <a:r>
                <a:rPr lang="en-IN" sz="1600" dirty="0">
                  <a:latin typeface="Poppins" panose="00000500000000000000" pitchFamily="2" charset="0"/>
                  <a:cs typeface="Poppins" panose="00000500000000000000" pitchFamily="2" charset="0"/>
                </a:rPr>
                <a:t>LoRa/ Wi-Fi/ NB-IoT</a:t>
              </a:r>
            </a:p>
          </p:txBody>
        </p:sp>
        <p:sp>
          <p:nvSpPr>
            <p:cNvPr id="1156" name="Rectangle 1155">
              <a:extLst>
                <a:ext uri="{FF2B5EF4-FFF2-40B4-BE49-F238E27FC236}">
                  <a16:creationId xmlns:a16="http://schemas.microsoft.com/office/drawing/2014/main" id="{778CF490-A2ED-36AC-62C9-DCA4C53A3751}"/>
                </a:ext>
              </a:extLst>
            </p:cNvPr>
            <p:cNvSpPr/>
            <p:nvPr/>
          </p:nvSpPr>
          <p:spPr>
            <a:xfrm>
              <a:off x="16646360" y="4839563"/>
              <a:ext cx="1462911" cy="16879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63" name="Frame 1162">
            <a:extLst>
              <a:ext uri="{FF2B5EF4-FFF2-40B4-BE49-F238E27FC236}">
                <a16:creationId xmlns:a16="http://schemas.microsoft.com/office/drawing/2014/main" id="{6FD8D850-548F-2353-9DA8-B7E3EDB7885E}"/>
              </a:ext>
            </a:extLst>
          </p:cNvPr>
          <p:cNvSpPr/>
          <p:nvPr/>
        </p:nvSpPr>
        <p:spPr>
          <a:xfrm>
            <a:off x="4635500" y="3710743"/>
            <a:ext cx="12585700" cy="4535970"/>
          </a:xfrm>
          <a:prstGeom prst="frame">
            <a:avLst>
              <a:gd name="adj1" fmla="val 52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164" name="Picture 1163" descr="A grey square object with a hole in the center">
            <a:extLst>
              <a:ext uri="{FF2B5EF4-FFF2-40B4-BE49-F238E27FC236}">
                <a16:creationId xmlns:a16="http://schemas.microsoft.com/office/drawing/2014/main" id="{4928F9DF-1907-C8FE-F1EF-D4C39359FF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906" b="94488" l="9699" r="89465">
                        <a14:foregroundMark x1="52132" y1="7780" x2="52132" y2="7780"/>
                        <a14:foregroundMark x1="56977" y1="91304" x2="56977" y2="91304"/>
                        <a14:foregroundMark x1="56977" y1="91304" x2="56977" y2="91304"/>
                        <a14:foregroundMark x1="33333" y1="91304" x2="33333" y2="91304"/>
                        <a14:foregroundMark x1="33333" y1="91304" x2="33333" y2="91304"/>
                        <a14:foregroundMark x1="89922" y1="51716" x2="89922" y2="51716"/>
                        <a14:foregroundMark x1="89922" y1="51716" x2="89922" y2="51716"/>
                        <a14:foregroundMark x1="50502" y1="6102" x2="50502" y2="6102"/>
                        <a14:foregroundMark x1="50502" y1="6102" x2="50502" y2="6102"/>
                        <a14:foregroundMark x1="55853" y1="94488" x2="55853" y2="94488"/>
                        <a14:foregroundMark x1="55853" y1="94488" x2="55853" y2="944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37" t="-439" r="6452" b="439"/>
          <a:stretch>
            <a:fillRect/>
          </a:stretch>
        </p:blipFill>
        <p:spPr bwMode="auto">
          <a:xfrm>
            <a:off x="426909" y="4529105"/>
            <a:ext cx="3018009" cy="28071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6" name="Straight Arrow Connector 1165">
            <a:extLst>
              <a:ext uri="{FF2B5EF4-FFF2-40B4-BE49-F238E27FC236}">
                <a16:creationId xmlns:a16="http://schemas.microsoft.com/office/drawing/2014/main" id="{BC54FD28-C75C-20B0-4915-883E1836B4C1}"/>
              </a:ext>
            </a:extLst>
          </p:cNvPr>
          <p:cNvCxnSpPr>
            <a:cxnSpLocks/>
            <a:stCxn id="1164" idx="3"/>
          </p:cNvCxnSpPr>
          <p:nvPr/>
        </p:nvCxnSpPr>
        <p:spPr>
          <a:xfrm>
            <a:off x="3444918" y="5932679"/>
            <a:ext cx="103818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Oval 1167">
            <a:extLst>
              <a:ext uri="{FF2B5EF4-FFF2-40B4-BE49-F238E27FC236}">
                <a16:creationId xmlns:a16="http://schemas.microsoft.com/office/drawing/2014/main" id="{8AA287DF-724F-1F2A-B8BA-7445EF9E81C0}"/>
              </a:ext>
            </a:extLst>
          </p:cNvPr>
          <p:cNvSpPr/>
          <p:nvPr/>
        </p:nvSpPr>
        <p:spPr>
          <a:xfrm>
            <a:off x="6150599" y="4731185"/>
            <a:ext cx="2977914" cy="286531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5363DAA0-5786-EB99-2BAB-165474180247}"/>
              </a:ext>
            </a:extLst>
          </p:cNvPr>
          <p:cNvSpPr txBox="1"/>
          <p:nvPr/>
        </p:nvSpPr>
        <p:spPr>
          <a:xfrm>
            <a:off x="6104017" y="4080972"/>
            <a:ext cx="297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Gas Exposure Hole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5F9F81E7-75CA-E796-8082-65A4D0733B16}"/>
              </a:ext>
            </a:extLst>
          </p:cNvPr>
          <p:cNvSpPr txBox="1"/>
          <p:nvPr/>
        </p:nvSpPr>
        <p:spPr>
          <a:xfrm>
            <a:off x="12668739" y="9334300"/>
            <a:ext cx="297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Mounting Holes</a:t>
            </a:r>
          </a:p>
        </p:txBody>
      </p:sp>
      <p:sp>
        <p:nvSpPr>
          <p:cNvPr id="1179" name="Frame 1178">
            <a:extLst>
              <a:ext uri="{FF2B5EF4-FFF2-40B4-BE49-F238E27FC236}">
                <a16:creationId xmlns:a16="http://schemas.microsoft.com/office/drawing/2014/main" id="{4BD49420-B309-BC8C-7A84-AD6AF8F3BB64}"/>
              </a:ext>
            </a:extLst>
          </p:cNvPr>
          <p:cNvSpPr/>
          <p:nvPr/>
        </p:nvSpPr>
        <p:spPr>
          <a:xfrm>
            <a:off x="9448423" y="8013115"/>
            <a:ext cx="2584242" cy="915625"/>
          </a:xfrm>
          <a:prstGeom prst="frame">
            <a:avLst>
              <a:gd name="adj1" fmla="val 288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80" name="Frame 1179">
            <a:extLst>
              <a:ext uri="{FF2B5EF4-FFF2-40B4-BE49-F238E27FC236}">
                <a16:creationId xmlns:a16="http://schemas.microsoft.com/office/drawing/2014/main" id="{88666FA8-8A35-F4ED-4FC3-A04ED2071195}"/>
              </a:ext>
            </a:extLst>
          </p:cNvPr>
          <p:cNvSpPr/>
          <p:nvPr/>
        </p:nvSpPr>
        <p:spPr>
          <a:xfrm>
            <a:off x="9455056" y="3022301"/>
            <a:ext cx="2584242" cy="915625"/>
          </a:xfrm>
          <a:prstGeom prst="frame">
            <a:avLst>
              <a:gd name="adj1" fmla="val 288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4661A58D-E9C4-7587-1D24-56B6659A7888}"/>
              </a:ext>
            </a:extLst>
          </p:cNvPr>
          <p:cNvSpPr txBox="1"/>
          <p:nvPr/>
        </p:nvSpPr>
        <p:spPr>
          <a:xfrm>
            <a:off x="9207151" y="9600372"/>
            <a:ext cx="2977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Product Enclosure</a:t>
            </a:r>
          </a:p>
          <a:p>
            <a:pPr algn="ctr"/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(Top View)</a:t>
            </a:r>
          </a:p>
        </p:txBody>
      </p:sp>
      <p:pic>
        <p:nvPicPr>
          <p:cNvPr id="1186" name="Picture 1185">
            <a:extLst>
              <a:ext uri="{FF2B5EF4-FFF2-40B4-BE49-F238E27FC236}">
                <a16:creationId xmlns:a16="http://schemas.microsoft.com/office/drawing/2014/main" id="{FD649A94-2BE2-789E-BE44-8E661488D5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42238" y="5512542"/>
            <a:ext cx="2062723" cy="86312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0F9BE7E-706E-3F2A-2FEA-AC4443FDE669}"/>
              </a:ext>
            </a:extLst>
          </p:cNvPr>
          <p:cNvGrpSpPr/>
          <p:nvPr/>
        </p:nvGrpSpPr>
        <p:grpSpPr>
          <a:xfrm>
            <a:off x="2383519" y="4331998"/>
            <a:ext cx="4704840" cy="1170000"/>
            <a:chOff x="2383519" y="4331998"/>
            <a:chExt cx="4704840" cy="11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1E70A1-C248-AA7F-9DB5-75C56EE4A6C6}"/>
                    </a:ext>
                  </a:extLst>
                </p14:cNvPr>
                <p14:cNvContentPartPr/>
                <p14:nvPr/>
              </p14:nvContentPartPr>
              <p14:xfrm>
                <a:off x="2383519" y="4331998"/>
                <a:ext cx="4253040" cy="1170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1E70A1-C248-AA7F-9DB5-75C56EE4A6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7399" y="4325878"/>
                  <a:ext cx="4265280" cy="11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DCD182-5944-27DA-ED37-CF389E9D89B1}"/>
                    </a:ext>
                  </a:extLst>
                </p14:cNvPr>
                <p14:cNvContentPartPr/>
                <p14:nvPr/>
              </p14:nvContentPartPr>
              <p14:xfrm>
                <a:off x="6356119" y="4916638"/>
                <a:ext cx="376920" cy="153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DCD182-5944-27DA-ED37-CF389E9D89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49999" y="4910518"/>
                  <a:ext cx="389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1A679A0-0738-3F98-CD1B-B645BEFF16EC}"/>
                    </a:ext>
                  </a:extLst>
                </p14:cNvPr>
                <p14:cNvContentPartPr/>
                <p14:nvPr/>
              </p14:nvContentPartPr>
              <p14:xfrm>
                <a:off x="6999799" y="4406878"/>
                <a:ext cx="360" cy="38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1A679A0-0738-3F98-CD1B-B645BEFF16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93679" y="4400758"/>
                  <a:ext cx="126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A97D76-04B9-FE43-1520-DBDBFFB9D392}"/>
                    </a:ext>
                  </a:extLst>
                </p14:cNvPr>
                <p14:cNvContentPartPr/>
                <p14:nvPr/>
              </p14:nvContentPartPr>
              <p14:xfrm>
                <a:off x="6850399" y="4676158"/>
                <a:ext cx="237960" cy="12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A97D76-04B9-FE43-1520-DBDBFFB9D3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44279" y="4670038"/>
                  <a:ext cx="25020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482A2B-EF90-14CB-03F0-1354F91BA1AD}"/>
                  </a:ext>
                </a:extLst>
              </p14:cNvPr>
              <p14:cNvContentPartPr/>
              <p14:nvPr/>
            </p14:nvContentPartPr>
            <p14:xfrm>
              <a:off x="8634199" y="8364718"/>
              <a:ext cx="1328760" cy="1695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482A2B-EF90-14CB-03F0-1354F91BA1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28079" y="8358598"/>
                <a:ext cx="1341000" cy="17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636196F-51BE-907F-D381-A6C2B2D55F8C}"/>
                  </a:ext>
                </a:extLst>
              </p14:cNvPr>
              <p14:cNvContentPartPr/>
              <p14:nvPr/>
            </p14:nvContentPartPr>
            <p14:xfrm>
              <a:off x="8469319" y="8303878"/>
              <a:ext cx="426600" cy="315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636196F-51BE-907F-D381-A6C2B2D55F8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63199" y="8297758"/>
                <a:ext cx="4388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5D70A7A-E915-212F-6717-6C4B55A913E2}"/>
                  </a:ext>
                </a:extLst>
              </p14:cNvPr>
              <p14:cNvContentPartPr/>
              <p14:nvPr/>
            </p14:nvContentPartPr>
            <p14:xfrm>
              <a:off x="12238348" y="8580544"/>
              <a:ext cx="1262775" cy="715972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5D70A7A-E915-212F-6717-6C4B55A913E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232227" y="8574425"/>
                <a:ext cx="1275017" cy="728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8273F50-46BA-A1D1-E519-547C7C4FF628}"/>
                  </a:ext>
                </a:extLst>
              </p14:cNvPr>
              <p14:cNvContentPartPr/>
              <p14:nvPr/>
            </p14:nvContentPartPr>
            <p14:xfrm>
              <a:off x="12208639" y="8409718"/>
              <a:ext cx="261360" cy="351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8273F50-46BA-A1D1-E519-547C7C4FF62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202519" y="8403598"/>
                <a:ext cx="273600" cy="36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54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6DEA3AFA-14B7-E45A-9A44-99308E32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A1D8F16D-CA4D-3193-2CAF-AA922CF3B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5400" dirty="0"/>
              <a:t>Future Product Opportunities - MEMS Sensor Platform</a:t>
            </a:r>
            <a:endParaRPr sz="5400" dirty="0"/>
          </a:p>
        </p:txBody>
      </p:sp>
      <p:sp>
        <p:nvSpPr>
          <p:cNvPr id="21" name="Google Shape;1187;p52">
            <a:extLst>
              <a:ext uri="{FF2B5EF4-FFF2-40B4-BE49-F238E27FC236}">
                <a16:creationId xmlns:a16="http://schemas.microsoft.com/office/drawing/2014/main" id="{BD08B63B-914C-9873-D198-6776E3CAADF7}"/>
              </a:ext>
            </a:extLst>
          </p:cNvPr>
          <p:cNvSpPr/>
          <p:nvPr/>
        </p:nvSpPr>
        <p:spPr>
          <a:xfrm>
            <a:off x="1661160" y="4720569"/>
            <a:ext cx="6789337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lt1"/>
                </a:solidFill>
                <a:latin typeface="Poppins"/>
                <a:cs typeface="Poppins"/>
              </a:rPr>
              <a:t>Home Gas Safety and Smart Metering</a:t>
            </a:r>
            <a:endParaRPr sz="2400" b="1" dirty="0">
              <a:solidFill>
                <a:schemeClr val="lt1"/>
              </a:solidFill>
              <a:latin typeface="Poppins"/>
              <a:cs typeface="Poppins"/>
            </a:endParaRPr>
          </a:p>
        </p:txBody>
      </p:sp>
      <p:sp>
        <p:nvSpPr>
          <p:cNvPr id="25" name="Google Shape;1191;p52">
            <a:extLst>
              <a:ext uri="{FF2B5EF4-FFF2-40B4-BE49-F238E27FC236}">
                <a16:creationId xmlns:a16="http://schemas.microsoft.com/office/drawing/2014/main" id="{53FAD2FD-EC3A-DF89-955B-02AB763FDE07}"/>
              </a:ext>
            </a:extLst>
          </p:cNvPr>
          <p:cNvSpPr/>
          <p:nvPr/>
        </p:nvSpPr>
        <p:spPr>
          <a:xfrm>
            <a:off x="11176520" y="4720569"/>
            <a:ext cx="6789337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lvl="0" algn="ctr"/>
            <a:r>
              <a:rPr lang="en-IN" sz="2400" b="1" dirty="0">
                <a:solidFill>
                  <a:schemeClr val="lt1"/>
                </a:solidFill>
                <a:latin typeface="Poppins"/>
                <a:cs typeface="Poppins"/>
              </a:rPr>
              <a:t>Automotive and Hydrogen Mobility</a:t>
            </a:r>
            <a:endParaRPr sz="2400" b="1" dirty="0">
              <a:solidFill>
                <a:schemeClr val="lt1"/>
              </a:solidFill>
              <a:latin typeface="Poppins"/>
              <a:cs typeface="Poppins"/>
            </a:endParaRPr>
          </a:p>
        </p:txBody>
      </p:sp>
      <p:sp>
        <p:nvSpPr>
          <p:cNvPr id="27" name="Google Shape;318;p32">
            <a:extLst>
              <a:ext uri="{FF2B5EF4-FFF2-40B4-BE49-F238E27FC236}">
                <a16:creationId xmlns:a16="http://schemas.microsoft.com/office/drawing/2014/main" id="{D2AAECE9-90CF-2F62-242C-0EAD65E68A48}"/>
              </a:ext>
            </a:extLst>
          </p:cNvPr>
          <p:cNvSpPr txBox="1"/>
          <p:nvPr/>
        </p:nvSpPr>
        <p:spPr>
          <a:xfrm>
            <a:off x="898305" y="3248986"/>
            <a:ext cx="18101258" cy="7386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697">
              <a:buSzPts val="1400"/>
            </a:pPr>
            <a:r>
              <a:rPr lang="en-US" sz="2400" dirty="0">
                <a:solidFill>
                  <a:schemeClr val="tx1"/>
                </a:solidFill>
                <a:latin typeface="Poppins"/>
                <a:cs typeface="Poppins"/>
              </a:rPr>
              <a:t>The MEMS gas sensor platform can be extended into compact, low-power sensing products for distributed safety monitoring in homes, utilities, and hydrogen mobility applications</a:t>
            </a:r>
            <a:endParaRPr sz="24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E0AEA-7665-FD12-581A-74D9846AB933}"/>
              </a:ext>
            </a:extLst>
          </p:cNvPr>
          <p:cNvSpPr txBox="1"/>
          <p:nvPr/>
        </p:nvSpPr>
        <p:spPr>
          <a:xfrm>
            <a:off x="1410292" y="6011508"/>
            <a:ext cx="72910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Smart Home Gas Leak Sensor</a:t>
            </a:r>
            <a:r>
              <a:rPr lang="en-US" sz="2400" dirty="0"/>
              <a:t> integrated with alarm, shut-off, or app notification</a:t>
            </a:r>
          </a:p>
          <a:p>
            <a:endParaRPr lang="en-US" sz="2400" dirty="0"/>
          </a:p>
          <a:p>
            <a:r>
              <a:rPr lang="en-US" sz="2400" b="1" dirty="0"/>
              <a:t>Gas Meter-Connected Leak Detection Module </a:t>
            </a:r>
            <a:r>
              <a:rPr lang="en-US" sz="2400" dirty="0"/>
              <a:t>mounted near or inside the meter assembly</a:t>
            </a:r>
          </a:p>
          <a:p>
            <a:endParaRPr lang="en-US" sz="2400" dirty="0"/>
          </a:p>
          <a:p>
            <a:r>
              <a:rPr lang="en-US" sz="2400" b="1" dirty="0"/>
              <a:t>Connected Gas Safety Node</a:t>
            </a:r>
            <a:r>
              <a:rPr lang="en-US" sz="2400" dirty="0"/>
              <a:t> with wireless communication to app, gateway, or utility dashboard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5A2823-6907-2CED-DB9F-28EC048FA85F}"/>
              </a:ext>
            </a:extLst>
          </p:cNvPr>
          <p:cNvSpPr txBox="1"/>
          <p:nvPr/>
        </p:nvSpPr>
        <p:spPr>
          <a:xfrm>
            <a:off x="10987689" y="6011508"/>
            <a:ext cx="71669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H₂ Leak Sensor Module for Vehicles</a:t>
            </a:r>
            <a:r>
              <a:rPr lang="en-US" sz="2400" dirty="0"/>
              <a:t> placed near tanks, valves, joints, fuel-cell stack, and enclosed compartments</a:t>
            </a:r>
          </a:p>
          <a:p>
            <a:endParaRPr lang="en-US" sz="2400" dirty="0"/>
          </a:p>
          <a:p>
            <a:r>
              <a:rPr lang="en-US" sz="2400" b="1" dirty="0"/>
              <a:t>Fuel-Cell Safety Monitoring Sensor</a:t>
            </a:r>
            <a:r>
              <a:rPr lang="en-US" sz="2400" dirty="0"/>
              <a:t> connected to vehicle controller or safety ECU</a:t>
            </a:r>
          </a:p>
          <a:p>
            <a:endParaRPr lang="en-US" sz="2400" dirty="0"/>
          </a:p>
          <a:p>
            <a:r>
              <a:rPr lang="en-IN" sz="2400" b="1" dirty="0"/>
              <a:t>Compact Automotive Sensor Package </a:t>
            </a:r>
            <a:r>
              <a:rPr lang="en-US" sz="2400" dirty="0"/>
              <a:t>integrated into vehicle platforms without large sensor modules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1582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Rectangle 1195">
            <a:extLst>
              <a:ext uri="{FF2B5EF4-FFF2-40B4-BE49-F238E27FC236}">
                <a16:creationId xmlns:a16="http://schemas.microsoft.com/office/drawing/2014/main" id="{8D0CE625-CC7A-4B1D-DB03-1B2CD4AC08C4}"/>
              </a:ext>
            </a:extLst>
          </p:cNvPr>
          <p:cNvSpPr/>
          <p:nvPr/>
        </p:nvSpPr>
        <p:spPr>
          <a:xfrm rot="969812">
            <a:off x="12801597" y="6656521"/>
            <a:ext cx="3719593" cy="31432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5" name="Google Shape;1185;p52"/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 dirty="0"/>
              <a:t>Our Solution for Joint-level Leak Detection</a:t>
            </a:r>
            <a:endParaRPr sz="5400" dirty="0"/>
          </a:p>
        </p:txBody>
      </p:sp>
      <p:sp>
        <p:nvSpPr>
          <p:cNvPr id="21" name="Google Shape;1187;p52">
            <a:extLst>
              <a:ext uri="{FF2B5EF4-FFF2-40B4-BE49-F238E27FC236}">
                <a16:creationId xmlns:a16="http://schemas.microsoft.com/office/drawing/2014/main" id="{A3A3D0AD-AC79-A597-9F20-A55A56DA3659}"/>
              </a:ext>
            </a:extLst>
          </p:cNvPr>
          <p:cNvSpPr/>
          <p:nvPr/>
        </p:nvSpPr>
        <p:spPr>
          <a:xfrm>
            <a:off x="652897" y="2330231"/>
            <a:ext cx="9180913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1">
            <a:noAutofit/>
          </a:bodyPr>
          <a:lstStyle/>
          <a:p>
            <a:pPr marL="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Traditional Leak Detection</a:t>
            </a:r>
            <a:endParaRPr dirty="0"/>
          </a:p>
        </p:txBody>
      </p:sp>
      <p:sp>
        <p:nvSpPr>
          <p:cNvPr id="25" name="Google Shape;1191;p52">
            <a:extLst>
              <a:ext uri="{FF2B5EF4-FFF2-40B4-BE49-F238E27FC236}">
                <a16:creationId xmlns:a16="http://schemas.microsoft.com/office/drawing/2014/main" id="{7D083779-C06B-144F-5F64-DDA463FCBD01}"/>
              </a:ext>
            </a:extLst>
          </p:cNvPr>
          <p:cNvSpPr/>
          <p:nvPr/>
        </p:nvSpPr>
        <p:spPr>
          <a:xfrm>
            <a:off x="10523622" y="2330231"/>
            <a:ext cx="8615716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Our Approach – One joint One Sensor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EC5D09-8465-3CD3-2F93-C6CB29148C57}"/>
              </a:ext>
            </a:extLst>
          </p:cNvPr>
          <p:cNvSpPr/>
          <p:nvPr/>
        </p:nvSpPr>
        <p:spPr>
          <a:xfrm>
            <a:off x="652897" y="3595608"/>
            <a:ext cx="9180913" cy="6400800"/>
          </a:xfrm>
          <a:prstGeom prst="rect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5E655-79BA-7F51-BDF8-90DBF5836DFF}"/>
              </a:ext>
            </a:extLst>
          </p:cNvPr>
          <p:cNvSpPr/>
          <p:nvPr/>
        </p:nvSpPr>
        <p:spPr>
          <a:xfrm>
            <a:off x="1208869" y="7532178"/>
            <a:ext cx="8167606" cy="38745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9ED0B-8098-988B-83C3-AEC0CF733E1A}"/>
              </a:ext>
            </a:extLst>
          </p:cNvPr>
          <p:cNvSpPr/>
          <p:nvPr/>
        </p:nvSpPr>
        <p:spPr>
          <a:xfrm>
            <a:off x="4370522" y="7330699"/>
            <a:ext cx="694841" cy="7904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56F70E-896C-451C-5C9D-D9E22E49ECD0}"/>
              </a:ext>
            </a:extLst>
          </p:cNvPr>
          <p:cNvSpPr/>
          <p:nvPr/>
        </p:nvSpPr>
        <p:spPr>
          <a:xfrm>
            <a:off x="2072951" y="8097867"/>
            <a:ext cx="392623" cy="7904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82991-BBDF-958D-C183-035ADCAE6FA8}"/>
              </a:ext>
            </a:extLst>
          </p:cNvPr>
          <p:cNvSpPr/>
          <p:nvPr/>
        </p:nvSpPr>
        <p:spPr>
          <a:xfrm>
            <a:off x="1906345" y="7330699"/>
            <a:ext cx="694841" cy="7904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DF61C9-C065-D85C-9A00-684B1064F3D3}"/>
              </a:ext>
            </a:extLst>
          </p:cNvPr>
          <p:cNvSpPr/>
          <p:nvPr/>
        </p:nvSpPr>
        <p:spPr>
          <a:xfrm>
            <a:off x="7804688" y="6563532"/>
            <a:ext cx="392623" cy="7904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04B5D-1BC1-0CD9-99B5-E6A29BE04E09}"/>
              </a:ext>
            </a:extLst>
          </p:cNvPr>
          <p:cNvSpPr/>
          <p:nvPr/>
        </p:nvSpPr>
        <p:spPr>
          <a:xfrm>
            <a:off x="7653580" y="7330698"/>
            <a:ext cx="694841" cy="7904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47B4C59E-8DFE-8618-C9BF-39943D69E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67" y="3710822"/>
            <a:ext cx="1249853" cy="165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591D67-78E8-92D6-2826-C318BCBCAAE8}"/>
              </a:ext>
            </a:extLst>
          </p:cNvPr>
          <p:cNvSpPr txBox="1"/>
          <p:nvPr/>
        </p:nvSpPr>
        <p:spPr>
          <a:xfrm>
            <a:off x="3265971" y="5325572"/>
            <a:ext cx="315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Enclosure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219FE-534E-3B97-5404-B4F02EFE407C}"/>
              </a:ext>
            </a:extLst>
          </p:cNvPr>
          <p:cNvSpPr txBox="1"/>
          <p:nvPr/>
        </p:nvSpPr>
        <p:spPr>
          <a:xfrm>
            <a:off x="6675097" y="4838946"/>
            <a:ext cx="3155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Gas Leak Detector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FC6FD8-4DED-5B4A-E2EF-CFEEB068E9CC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463320" y="5069778"/>
            <a:ext cx="121177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1A9EA2D-EA7C-F895-2608-0F6E649A9ABF}"/>
              </a:ext>
            </a:extLst>
          </p:cNvPr>
          <p:cNvSpPr/>
          <p:nvPr/>
        </p:nvSpPr>
        <p:spPr>
          <a:xfrm>
            <a:off x="1842110" y="6656521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8CEBF5-51B1-D86F-6474-44133A30F63B}"/>
              </a:ext>
            </a:extLst>
          </p:cNvPr>
          <p:cNvSpPr/>
          <p:nvPr/>
        </p:nvSpPr>
        <p:spPr>
          <a:xfrm>
            <a:off x="2792038" y="5820531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0110947-24CC-F811-7639-5015D997E4C2}"/>
              </a:ext>
            </a:extLst>
          </p:cNvPr>
          <p:cNvSpPr/>
          <p:nvPr/>
        </p:nvSpPr>
        <p:spPr>
          <a:xfrm>
            <a:off x="1820459" y="4826191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24AE660-A87E-F81D-3C42-55A650374BCC}"/>
              </a:ext>
            </a:extLst>
          </p:cNvPr>
          <p:cNvSpPr/>
          <p:nvPr/>
        </p:nvSpPr>
        <p:spPr>
          <a:xfrm>
            <a:off x="2846104" y="4224300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9F452FC-26B6-EB1A-6E6F-AE4E7AD1167B}"/>
              </a:ext>
            </a:extLst>
          </p:cNvPr>
          <p:cNvSpPr/>
          <p:nvPr/>
        </p:nvSpPr>
        <p:spPr>
          <a:xfrm>
            <a:off x="7490382" y="6485029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31CBBF0-FDD6-F4F7-A9C0-D0C358E5A8D6}"/>
              </a:ext>
            </a:extLst>
          </p:cNvPr>
          <p:cNvSpPr/>
          <p:nvPr/>
        </p:nvSpPr>
        <p:spPr>
          <a:xfrm>
            <a:off x="8541908" y="5602057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CC03D09-B5F8-9FF1-687C-E511FD613C8C}"/>
              </a:ext>
            </a:extLst>
          </p:cNvPr>
          <p:cNvSpPr/>
          <p:nvPr/>
        </p:nvSpPr>
        <p:spPr>
          <a:xfrm>
            <a:off x="2719239" y="6768380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B5F0127-407B-12D3-F465-2EF8158CE2F1}"/>
              </a:ext>
            </a:extLst>
          </p:cNvPr>
          <p:cNvSpPr/>
          <p:nvPr/>
        </p:nvSpPr>
        <p:spPr>
          <a:xfrm>
            <a:off x="1636768" y="3831038"/>
            <a:ext cx="72799" cy="480448"/>
          </a:xfrm>
          <a:custGeom>
            <a:avLst/>
            <a:gdLst>
              <a:gd name="connsiteX0" fmla="*/ 72799 w 72799"/>
              <a:gd name="connsiteY0" fmla="*/ 480448 h 480448"/>
              <a:gd name="connsiteX1" fmla="*/ 26304 w 72799"/>
              <a:gd name="connsiteY1" fmla="*/ 216976 h 480448"/>
              <a:gd name="connsiteX2" fmla="*/ 57300 w 72799"/>
              <a:gd name="connsiteY2" fmla="*/ 170481 h 480448"/>
              <a:gd name="connsiteX3" fmla="*/ 57300 w 72799"/>
              <a:gd name="connsiteY3" fmla="*/ 0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99" h="480448">
                <a:moveTo>
                  <a:pt x="72799" y="480448"/>
                </a:moveTo>
                <a:cubicBezTo>
                  <a:pt x="-17190" y="367962"/>
                  <a:pt x="-12377" y="410379"/>
                  <a:pt x="26304" y="216976"/>
                </a:cubicBezTo>
                <a:cubicBezTo>
                  <a:pt x="29957" y="198711"/>
                  <a:pt x="54666" y="188920"/>
                  <a:pt x="57300" y="170481"/>
                </a:cubicBezTo>
                <a:cubicBezTo>
                  <a:pt x="65336" y="114225"/>
                  <a:pt x="57300" y="56827"/>
                  <a:pt x="573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71B8263-F536-0438-1EC2-7E0EA5D833E6}"/>
              </a:ext>
            </a:extLst>
          </p:cNvPr>
          <p:cNvGrpSpPr/>
          <p:nvPr/>
        </p:nvGrpSpPr>
        <p:grpSpPr>
          <a:xfrm>
            <a:off x="976479" y="3753250"/>
            <a:ext cx="611280" cy="769680"/>
            <a:chOff x="976479" y="3753250"/>
            <a:chExt cx="611280" cy="76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E5C276-79D0-B72C-5F1C-108E7BE6ED23}"/>
                    </a:ext>
                  </a:extLst>
                </p14:cNvPr>
                <p14:cNvContentPartPr/>
                <p14:nvPr/>
              </p14:nvContentPartPr>
              <p14:xfrm>
                <a:off x="976479" y="3753250"/>
                <a:ext cx="543600" cy="164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E5C276-79D0-B72C-5F1C-108E7BE6ED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7479" y="3744610"/>
                  <a:ext cx="561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7959596-7A12-3AA6-55F3-4E7B2AFF5F4F}"/>
                    </a:ext>
                  </a:extLst>
                </p14:cNvPr>
                <p14:cNvContentPartPr/>
                <p14:nvPr/>
              </p14:nvContentPartPr>
              <p14:xfrm>
                <a:off x="1084479" y="4045210"/>
                <a:ext cx="503280" cy="47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7959596-7A12-3AA6-55F3-4E7B2AFF5F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5839" y="4036570"/>
                  <a:ext cx="520920" cy="49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965585D-AE39-B3BF-348F-AE4B6229C18B}"/>
              </a:ext>
            </a:extLst>
          </p:cNvPr>
          <p:cNvGrpSpPr/>
          <p:nvPr/>
        </p:nvGrpSpPr>
        <p:grpSpPr>
          <a:xfrm>
            <a:off x="1580199" y="5486290"/>
            <a:ext cx="605880" cy="1488240"/>
            <a:chOff x="1580199" y="5486290"/>
            <a:chExt cx="605880" cy="14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7C32040-C2B8-B282-4556-137CF523B72A}"/>
                    </a:ext>
                  </a:extLst>
                </p14:cNvPr>
                <p14:cNvContentPartPr/>
                <p14:nvPr/>
              </p14:nvContentPartPr>
              <p14:xfrm>
                <a:off x="1992759" y="6192250"/>
                <a:ext cx="193320" cy="782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7C32040-C2B8-B282-4556-137CF523B7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83759" y="6183250"/>
                  <a:ext cx="21096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95EF70B-C099-23E2-0732-FDB3D5E95748}"/>
                    </a:ext>
                  </a:extLst>
                </p14:cNvPr>
                <p14:cNvContentPartPr/>
                <p14:nvPr/>
              </p14:nvContentPartPr>
              <p14:xfrm>
                <a:off x="1580199" y="5486290"/>
                <a:ext cx="155880" cy="728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95EF70B-C099-23E2-0732-FDB3D5E957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1199" y="5477650"/>
                  <a:ext cx="173520" cy="74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E849B2E-1515-0BAA-6D41-23218A633802}"/>
                  </a:ext>
                </a:extLst>
              </p14:cNvPr>
              <p14:cNvContentPartPr/>
              <p14:nvPr/>
            </p14:nvContentPartPr>
            <p14:xfrm>
              <a:off x="953439" y="4362010"/>
              <a:ext cx="503280" cy="473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E849B2E-1515-0BAA-6D41-23218A63380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4439" y="4353370"/>
                <a:ext cx="52092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E05654B-10A0-9C66-E470-F2EC4B2567E5}"/>
                  </a:ext>
                </a:extLst>
              </p14:cNvPr>
              <p14:cNvContentPartPr/>
              <p14:nvPr/>
            </p14:nvContentPartPr>
            <p14:xfrm>
              <a:off x="2384439" y="4942330"/>
              <a:ext cx="79920" cy="621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E05654B-10A0-9C66-E470-F2EC4B2567E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5439" y="4933330"/>
                <a:ext cx="97560" cy="63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DDCA2AC8-092D-9394-9B49-86108BDDBBFE}"/>
              </a:ext>
            </a:extLst>
          </p:cNvPr>
          <p:cNvGrpSpPr/>
          <p:nvPr/>
        </p:nvGrpSpPr>
        <p:grpSpPr>
          <a:xfrm>
            <a:off x="2029839" y="3796450"/>
            <a:ext cx="1470960" cy="604800"/>
            <a:chOff x="2029839" y="3796450"/>
            <a:chExt cx="14709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63F9D60-44C5-6E90-F981-81C68FA1CC43}"/>
                    </a:ext>
                  </a:extLst>
                </p14:cNvPr>
                <p14:cNvContentPartPr/>
                <p14:nvPr/>
              </p14:nvContentPartPr>
              <p14:xfrm>
                <a:off x="2184279" y="4104250"/>
                <a:ext cx="46440" cy="297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63F9D60-44C5-6E90-F981-81C68FA1CC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75279" y="4095610"/>
                  <a:ext cx="64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482FF5B-CCF9-C534-BC44-6FA3F81092AD}"/>
                    </a:ext>
                  </a:extLst>
                </p14:cNvPr>
                <p14:cNvContentPartPr/>
                <p14:nvPr/>
              </p14:nvContentPartPr>
              <p14:xfrm>
                <a:off x="2029839" y="3796450"/>
                <a:ext cx="649800" cy="203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82FF5B-CCF9-C534-BC44-6FA3F81092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1199" y="3787810"/>
                  <a:ext cx="667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0250BBA-DF65-8776-503C-D4E179EA28E9}"/>
                    </a:ext>
                  </a:extLst>
                </p14:cNvPr>
                <p14:cNvContentPartPr/>
                <p14:nvPr/>
              </p14:nvContentPartPr>
              <p14:xfrm>
                <a:off x="2944599" y="3932530"/>
                <a:ext cx="556200" cy="113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0250BBA-DF65-8776-503C-D4E179EA28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35959" y="3923890"/>
                  <a:ext cx="57384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82" name="Ink 1181">
                <a:extLst>
                  <a:ext uri="{FF2B5EF4-FFF2-40B4-BE49-F238E27FC236}">
                    <a16:creationId xmlns:a16="http://schemas.microsoft.com/office/drawing/2014/main" id="{62ABA628-473B-5197-240D-6AEF0243220E}"/>
                  </a:ext>
                </a:extLst>
              </p14:cNvPr>
              <p14:cNvContentPartPr/>
              <p14:nvPr/>
            </p14:nvContentPartPr>
            <p14:xfrm>
              <a:off x="3223239" y="4387210"/>
              <a:ext cx="404280" cy="184680"/>
            </p14:xfrm>
          </p:contentPart>
        </mc:Choice>
        <mc:Fallback xmlns="">
          <p:pic>
            <p:nvPicPr>
              <p:cNvPr id="1182" name="Ink 1181">
                <a:extLst>
                  <a:ext uri="{FF2B5EF4-FFF2-40B4-BE49-F238E27FC236}">
                    <a16:creationId xmlns:a16="http://schemas.microsoft.com/office/drawing/2014/main" id="{62ABA628-473B-5197-240D-6AEF024322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14239" y="4378570"/>
                <a:ext cx="4219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83" name="Ink 1182">
                <a:extLst>
                  <a:ext uri="{FF2B5EF4-FFF2-40B4-BE49-F238E27FC236}">
                    <a16:creationId xmlns:a16="http://schemas.microsoft.com/office/drawing/2014/main" id="{E74AFDF2-E816-058E-F35E-F4D711A55EF1}"/>
                  </a:ext>
                </a:extLst>
              </p14:cNvPr>
              <p14:cNvContentPartPr/>
              <p14:nvPr/>
            </p14:nvContentPartPr>
            <p14:xfrm>
              <a:off x="2850999" y="5166250"/>
              <a:ext cx="193320" cy="413640"/>
            </p14:xfrm>
          </p:contentPart>
        </mc:Choice>
        <mc:Fallback xmlns="">
          <p:pic>
            <p:nvPicPr>
              <p:cNvPr id="1183" name="Ink 1182">
                <a:extLst>
                  <a:ext uri="{FF2B5EF4-FFF2-40B4-BE49-F238E27FC236}">
                    <a16:creationId xmlns:a16="http://schemas.microsoft.com/office/drawing/2014/main" id="{E74AFDF2-E816-058E-F35E-F4D711A55EF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41999" y="5157250"/>
                <a:ext cx="210960" cy="431280"/>
              </a:xfrm>
              <a:prstGeom prst="rect">
                <a:avLst/>
              </a:prstGeom>
            </p:spPr>
          </p:pic>
        </mc:Fallback>
      </mc:AlternateContent>
      <p:sp>
        <p:nvSpPr>
          <p:cNvPr id="1184" name="Rectangle 1183">
            <a:extLst>
              <a:ext uri="{FF2B5EF4-FFF2-40B4-BE49-F238E27FC236}">
                <a16:creationId xmlns:a16="http://schemas.microsoft.com/office/drawing/2014/main" id="{BDCE052D-D8DA-56AB-EBDF-69B4AB5D6C08}"/>
              </a:ext>
            </a:extLst>
          </p:cNvPr>
          <p:cNvSpPr/>
          <p:nvPr/>
        </p:nvSpPr>
        <p:spPr>
          <a:xfrm>
            <a:off x="10544038" y="3595608"/>
            <a:ext cx="8583584" cy="6400800"/>
          </a:xfrm>
          <a:prstGeom prst="rect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0533CD0E-4C87-6496-7814-06ED8941D7D0}"/>
              </a:ext>
            </a:extLst>
          </p:cNvPr>
          <p:cNvSpPr txBox="1"/>
          <p:nvPr/>
        </p:nvSpPr>
        <p:spPr>
          <a:xfrm>
            <a:off x="2029838" y="9094363"/>
            <a:ext cx="651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Joints – Potential Leak Sources</a:t>
            </a:r>
          </a:p>
        </p:txBody>
      </p:sp>
      <p:cxnSp>
        <p:nvCxnSpPr>
          <p:cNvPr id="1188" name="Straight Arrow Connector 1187">
            <a:extLst>
              <a:ext uri="{FF2B5EF4-FFF2-40B4-BE49-F238E27FC236}">
                <a16:creationId xmlns:a16="http://schemas.microsoft.com/office/drawing/2014/main" id="{C0408DA7-6E76-2490-174A-E5ACC5EBEC9E}"/>
              </a:ext>
            </a:extLst>
          </p:cNvPr>
          <p:cNvCxnSpPr>
            <a:stCxn id="5" idx="2"/>
            <a:endCxn id="1186" idx="0"/>
          </p:cNvCxnSpPr>
          <p:nvPr/>
        </p:nvCxnSpPr>
        <p:spPr>
          <a:xfrm>
            <a:off x="4717943" y="8121112"/>
            <a:ext cx="567930" cy="97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Straight Arrow Connector 1189">
            <a:extLst>
              <a:ext uri="{FF2B5EF4-FFF2-40B4-BE49-F238E27FC236}">
                <a16:creationId xmlns:a16="http://schemas.microsoft.com/office/drawing/2014/main" id="{F07A7ED1-E0C9-ABE7-78CD-0E166B5F9082}"/>
              </a:ext>
            </a:extLst>
          </p:cNvPr>
          <p:cNvCxnSpPr>
            <a:stCxn id="7" idx="2"/>
          </p:cNvCxnSpPr>
          <p:nvPr/>
        </p:nvCxnSpPr>
        <p:spPr>
          <a:xfrm flipH="1">
            <a:off x="7490382" y="8121111"/>
            <a:ext cx="510619" cy="858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Straight Arrow Connector 1191">
            <a:extLst>
              <a:ext uri="{FF2B5EF4-FFF2-40B4-BE49-F238E27FC236}">
                <a16:creationId xmlns:a16="http://schemas.microsoft.com/office/drawing/2014/main" id="{5AD3D5EC-7EE3-A442-D86A-4B3DE261CB80}"/>
              </a:ext>
            </a:extLst>
          </p:cNvPr>
          <p:cNvCxnSpPr/>
          <p:nvPr/>
        </p:nvCxnSpPr>
        <p:spPr>
          <a:xfrm>
            <a:off x="2601186" y="8121111"/>
            <a:ext cx="574616" cy="858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3" name="TextBox 1192">
            <a:extLst>
              <a:ext uri="{FF2B5EF4-FFF2-40B4-BE49-F238E27FC236}">
                <a16:creationId xmlns:a16="http://schemas.microsoft.com/office/drawing/2014/main" id="{CE4849D5-30E1-D04D-410C-49F18EA6AB8A}"/>
              </a:ext>
            </a:extLst>
          </p:cNvPr>
          <p:cNvSpPr txBox="1"/>
          <p:nvPr/>
        </p:nvSpPr>
        <p:spPr>
          <a:xfrm>
            <a:off x="13083427" y="8234417"/>
            <a:ext cx="315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Cross Section</a:t>
            </a:r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6347A8F6-59AC-7E84-A560-3530F51886CB}"/>
              </a:ext>
            </a:extLst>
          </p:cNvPr>
          <p:cNvSpPr/>
          <p:nvPr/>
        </p:nvSpPr>
        <p:spPr>
          <a:xfrm>
            <a:off x="14343627" y="6417863"/>
            <a:ext cx="694841" cy="7904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8" name="Circle: Hollow 1197">
            <a:extLst>
              <a:ext uri="{FF2B5EF4-FFF2-40B4-BE49-F238E27FC236}">
                <a16:creationId xmlns:a16="http://schemas.microsoft.com/office/drawing/2014/main" id="{92FBD61D-2D1A-E1E8-188A-14595FA0FF09}"/>
              </a:ext>
            </a:extLst>
          </p:cNvPr>
          <p:cNvSpPr/>
          <p:nvPr/>
        </p:nvSpPr>
        <p:spPr>
          <a:xfrm>
            <a:off x="13431047" y="5534350"/>
            <a:ext cx="2520000" cy="2520000"/>
          </a:xfrm>
          <a:prstGeom prst="donut">
            <a:avLst>
              <a:gd name="adj" fmla="val 2357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99" name="Rectangle 1198">
            <a:extLst>
              <a:ext uri="{FF2B5EF4-FFF2-40B4-BE49-F238E27FC236}">
                <a16:creationId xmlns:a16="http://schemas.microsoft.com/office/drawing/2014/main" id="{6DF4E778-DE79-4538-B1DC-432FD1EBCE39}"/>
              </a:ext>
            </a:extLst>
          </p:cNvPr>
          <p:cNvSpPr/>
          <p:nvPr/>
        </p:nvSpPr>
        <p:spPr>
          <a:xfrm rot="969812">
            <a:off x="15081206" y="6987724"/>
            <a:ext cx="1440000" cy="3143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76C23BD4-027E-1DB1-FFCD-87A4F79B2DA9}"/>
              </a:ext>
            </a:extLst>
          </p:cNvPr>
          <p:cNvSpPr/>
          <p:nvPr/>
        </p:nvSpPr>
        <p:spPr>
          <a:xfrm>
            <a:off x="14344968" y="5362414"/>
            <a:ext cx="694841" cy="2910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01" name="Ink 1200">
                <a:extLst>
                  <a:ext uri="{FF2B5EF4-FFF2-40B4-BE49-F238E27FC236}">
                    <a16:creationId xmlns:a16="http://schemas.microsoft.com/office/drawing/2014/main" id="{901DF9CD-7A91-E84D-DA19-94F6B77A36B9}"/>
                  </a:ext>
                </a:extLst>
              </p14:cNvPr>
              <p14:cNvContentPartPr/>
              <p14:nvPr/>
            </p14:nvContentPartPr>
            <p14:xfrm>
              <a:off x="13807682" y="5975890"/>
              <a:ext cx="461160" cy="1164960"/>
            </p14:xfrm>
          </p:contentPart>
        </mc:Choice>
        <mc:Fallback xmlns="">
          <p:pic>
            <p:nvPicPr>
              <p:cNvPr id="1201" name="Ink 1200">
                <a:extLst>
                  <a:ext uri="{FF2B5EF4-FFF2-40B4-BE49-F238E27FC236}">
                    <a16:creationId xmlns:a16="http://schemas.microsoft.com/office/drawing/2014/main" id="{901DF9CD-7A91-E84D-DA19-94F6B77A36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771682" y="5939890"/>
                <a:ext cx="532800" cy="12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B4470D9B-BB01-67F1-7D5C-13DB9F79D44D}"/>
                  </a:ext>
                </a:extLst>
              </p14:cNvPr>
              <p14:cNvContentPartPr/>
              <p14:nvPr/>
            </p14:nvContentPartPr>
            <p14:xfrm>
              <a:off x="14288642" y="5953570"/>
              <a:ext cx="209160" cy="525240"/>
            </p14:xfrm>
          </p:contentPart>
        </mc:Choice>
        <mc:Fallback xmlns=""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B4470D9B-BB01-67F1-7D5C-13DB9F79D4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253002" y="5917570"/>
                <a:ext cx="28080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03" name="Ink 1202">
                <a:extLst>
                  <a:ext uri="{FF2B5EF4-FFF2-40B4-BE49-F238E27FC236}">
                    <a16:creationId xmlns:a16="http://schemas.microsoft.com/office/drawing/2014/main" id="{B8F8EF49-FF78-6B7B-A386-52A0BB6A3403}"/>
                  </a:ext>
                </a:extLst>
              </p14:cNvPr>
              <p14:cNvContentPartPr/>
              <p14:nvPr/>
            </p14:nvContentPartPr>
            <p14:xfrm>
              <a:off x="14876522" y="5923330"/>
              <a:ext cx="266760" cy="787320"/>
            </p14:xfrm>
          </p:contentPart>
        </mc:Choice>
        <mc:Fallback xmlns="">
          <p:pic>
            <p:nvPicPr>
              <p:cNvPr id="1203" name="Ink 1202">
                <a:extLst>
                  <a:ext uri="{FF2B5EF4-FFF2-40B4-BE49-F238E27FC236}">
                    <a16:creationId xmlns:a16="http://schemas.microsoft.com/office/drawing/2014/main" id="{B8F8EF49-FF78-6B7B-A386-52A0BB6A340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840882" y="5887330"/>
                <a:ext cx="33840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04" name="Ink 1203">
                <a:extLst>
                  <a:ext uri="{FF2B5EF4-FFF2-40B4-BE49-F238E27FC236}">
                    <a16:creationId xmlns:a16="http://schemas.microsoft.com/office/drawing/2014/main" id="{48329FBE-E3C7-FDD0-6623-6274423A60AD}"/>
                  </a:ext>
                </a:extLst>
              </p14:cNvPr>
              <p14:cNvContentPartPr/>
              <p14:nvPr/>
            </p14:nvContentPartPr>
            <p14:xfrm>
              <a:off x="15064442" y="5971570"/>
              <a:ext cx="512640" cy="1314000"/>
            </p14:xfrm>
          </p:contentPart>
        </mc:Choice>
        <mc:Fallback xmlns="">
          <p:pic>
            <p:nvPicPr>
              <p:cNvPr id="1204" name="Ink 1203">
                <a:extLst>
                  <a:ext uri="{FF2B5EF4-FFF2-40B4-BE49-F238E27FC236}">
                    <a16:creationId xmlns:a16="http://schemas.microsoft.com/office/drawing/2014/main" id="{48329FBE-E3C7-FDD0-6623-6274423A60A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028442" y="5935570"/>
                <a:ext cx="584280" cy="13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05" name="Ink 1204">
                <a:extLst>
                  <a:ext uri="{FF2B5EF4-FFF2-40B4-BE49-F238E27FC236}">
                    <a16:creationId xmlns:a16="http://schemas.microsoft.com/office/drawing/2014/main" id="{CC024241-4252-5068-A9D5-F619F5C9AD15}"/>
                  </a:ext>
                </a:extLst>
              </p14:cNvPr>
              <p14:cNvContentPartPr/>
              <p14:nvPr/>
            </p14:nvContentPartPr>
            <p14:xfrm>
              <a:off x="13963562" y="4651090"/>
              <a:ext cx="233640" cy="448200"/>
            </p14:xfrm>
          </p:contentPart>
        </mc:Choice>
        <mc:Fallback xmlns="">
          <p:pic>
            <p:nvPicPr>
              <p:cNvPr id="1205" name="Ink 1204">
                <a:extLst>
                  <a:ext uri="{FF2B5EF4-FFF2-40B4-BE49-F238E27FC236}">
                    <a16:creationId xmlns:a16="http://schemas.microsoft.com/office/drawing/2014/main" id="{CC024241-4252-5068-A9D5-F619F5C9AD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927562" y="4615090"/>
                <a:ext cx="30528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06" name="Ink 1205">
                <a:extLst>
                  <a:ext uri="{FF2B5EF4-FFF2-40B4-BE49-F238E27FC236}">
                    <a16:creationId xmlns:a16="http://schemas.microsoft.com/office/drawing/2014/main" id="{BB150D12-61C7-8B4D-9A1E-35DE0659D001}"/>
                  </a:ext>
                </a:extLst>
              </p14:cNvPr>
              <p14:cNvContentPartPr/>
              <p14:nvPr/>
            </p14:nvContentPartPr>
            <p14:xfrm>
              <a:off x="15110882" y="4759810"/>
              <a:ext cx="235080" cy="354960"/>
            </p14:xfrm>
          </p:contentPart>
        </mc:Choice>
        <mc:Fallback xmlns="">
          <p:pic>
            <p:nvPicPr>
              <p:cNvPr id="1206" name="Ink 1205">
                <a:extLst>
                  <a:ext uri="{FF2B5EF4-FFF2-40B4-BE49-F238E27FC236}">
                    <a16:creationId xmlns:a16="http://schemas.microsoft.com/office/drawing/2014/main" id="{BB150D12-61C7-8B4D-9A1E-35DE0659D00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075242" y="4724170"/>
                <a:ext cx="306720" cy="426600"/>
              </a:xfrm>
              <a:prstGeom prst="rect">
                <a:avLst/>
              </a:prstGeom>
            </p:spPr>
          </p:pic>
        </mc:Fallback>
      </mc:AlternateContent>
      <p:sp>
        <p:nvSpPr>
          <p:cNvPr id="1207" name="Rectangle 1206">
            <a:extLst>
              <a:ext uri="{FF2B5EF4-FFF2-40B4-BE49-F238E27FC236}">
                <a16:creationId xmlns:a16="http://schemas.microsoft.com/office/drawing/2014/main" id="{BB7B2BBE-33E1-6B4F-9F32-E20E11501A51}"/>
              </a:ext>
            </a:extLst>
          </p:cNvPr>
          <p:cNvSpPr/>
          <p:nvPr/>
        </p:nvSpPr>
        <p:spPr>
          <a:xfrm>
            <a:off x="15053678" y="5457403"/>
            <a:ext cx="256320" cy="20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6AE0C952-1D42-B2C2-DFCD-65F8B18B54CC}"/>
              </a:ext>
            </a:extLst>
          </p:cNvPr>
          <p:cNvSpPr/>
          <p:nvPr/>
        </p:nvSpPr>
        <p:spPr>
          <a:xfrm>
            <a:off x="14087307" y="5455294"/>
            <a:ext cx="256320" cy="20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4D1EE1ED-B59D-DE3A-30CC-96D53B9F867D}"/>
              </a:ext>
            </a:extLst>
          </p:cNvPr>
          <p:cNvSpPr txBox="1"/>
          <p:nvPr/>
        </p:nvSpPr>
        <p:spPr>
          <a:xfrm>
            <a:off x="16394076" y="5300611"/>
            <a:ext cx="255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MEMS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F5F9ADCC-50CC-6605-052B-1927F7358D0E}"/>
              </a:ext>
            </a:extLst>
          </p:cNvPr>
          <p:cNvSpPr txBox="1"/>
          <p:nvPr/>
        </p:nvSpPr>
        <p:spPr>
          <a:xfrm>
            <a:off x="16362888" y="6023764"/>
            <a:ext cx="255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Flexible Ring</a:t>
            </a:r>
          </a:p>
        </p:txBody>
      </p:sp>
      <p:cxnSp>
        <p:nvCxnSpPr>
          <p:cNvPr id="1215" name="Straight Arrow Connector 1214">
            <a:extLst>
              <a:ext uri="{FF2B5EF4-FFF2-40B4-BE49-F238E27FC236}">
                <a16:creationId xmlns:a16="http://schemas.microsoft.com/office/drawing/2014/main" id="{F9DE2F07-5C97-F725-7828-F68A2F1B2595}"/>
              </a:ext>
            </a:extLst>
          </p:cNvPr>
          <p:cNvCxnSpPr>
            <a:cxnSpLocks/>
          </p:cNvCxnSpPr>
          <p:nvPr/>
        </p:nvCxnSpPr>
        <p:spPr>
          <a:xfrm flipH="1">
            <a:off x="15739947" y="6253115"/>
            <a:ext cx="751478" cy="0"/>
          </a:xfrm>
          <a:prstGeom prst="straightConnector1">
            <a:avLst/>
          </a:prstGeom>
          <a:ln w="57150">
            <a:solidFill>
              <a:srgbClr val="004C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Straight Arrow Connector 1215">
            <a:extLst>
              <a:ext uri="{FF2B5EF4-FFF2-40B4-BE49-F238E27FC236}">
                <a16:creationId xmlns:a16="http://schemas.microsoft.com/office/drawing/2014/main" id="{B175310D-F592-6CF0-24AC-D6F70F3303A3}"/>
              </a:ext>
            </a:extLst>
          </p:cNvPr>
          <p:cNvCxnSpPr/>
          <p:nvPr/>
        </p:nvCxnSpPr>
        <p:spPr>
          <a:xfrm flipH="1">
            <a:off x="15577082" y="5537768"/>
            <a:ext cx="751478" cy="0"/>
          </a:xfrm>
          <a:prstGeom prst="straightConnector1">
            <a:avLst/>
          </a:prstGeom>
          <a:ln w="57150">
            <a:solidFill>
              <a:srgbClr val="004C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7" name="TextBox 1216">
            <a:extLst>
              <a:ext uri="{FF2B5EF4-FFF2-40B4-BE49-F238E27FC236}">
                <a16:creationId xmlns:a16="http://schemas.microsoft.com/office/drawing/2014/main" id="{996B677C-FAA8-EBDF-8697-5516CB7214F9}"/>
              </a:ext>
            </a:extLst>
          </p:cNvPr>
          <p:cNvSpPr txBox="1"/>
          <p:nvPr/>
        </p:nvSpPr>
        <p:spPr>
          <a:xfrm>
            <a:off x="10590185" y="7213345"/>
            <a:ext cx="255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Joint</a:t>
            </a:r>
          </a:p>
        </p:txBody>
      </p: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F52FEF5D-708A-E62D-2859-9D6CF9BDB634}"/>
              </a:ext>
            </a:extLst>
          </p:cNvPr>
          <p:cNvCxnSpPr>
            <a:stCxn id="1217" idx="0"/>
            <a:endCxn id="1195" idx="2"/>
          </p:cNvCxnSpPr>
          <p:nvPr/>
        </p:nvCxnSpPr>
        <p:spPr>
          <a:xfrm flipV="1">
            <a:off x="11869942" y="7208276"/>
            <a:ext cx="2821106" cy="5069"/>
          </a:xfrm>
          <a:prstGeom prst="straightConnector1">
            <a:avLst/>
          </a:prstGeom>
          <a:ln w="57150">
            <a:solidFill>
              <a:srgbClr val="004C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6971C5-67DB-16CD-D8A1-9D6976A3DC03}"/>
              </a:ext>
            </a:extLst>
          </p:cNvPr>
          <p:cNvSpPr txBox="1"/>
          <p:nvPr/>
        </p:nvSpPr>
        <p:spPr>
          <a:xfrm>
            <a:off x="10666849" y="8220830"/>
            <a:ext cx="44764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Miniaturized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Wireless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Battery Operated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Long Sensor Life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Withstands Pure Gas Exposure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FE803-5966-F6DA-8EB6-6357B2A6D7E5}"/>
              </a:ext>
            </a:extLst>
          </p:cNvPr>
          <p:cNvSpPr txBox="1"/>
          <p:nvPr/>
        </p:nvSpPr>
        <p:spPr>
          <a:xfrm>
            <a:off x="13560548" y="3726158"/>
            <a:ext cx="2986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4CB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 Concept</a:t>
            </a:r>
          </a:p>
        </p:txBody>
      </p:sp>
    </p:spTree>
    <p:extLst>
      <p:ext uri="{BB962C8B-B14F-4D97-AF65-F5344CB8AC3E}">
        <p14:creationId xmlns:p14="http://schemas.microsoft.com/office/powerpoint/2010/main" val="217249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F4072C2B-8058-F539-3103-7C84CF07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31E5B65F-301F-43E7-85C9-BBC619F53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 dirty="0"/>
              <a:t>Competitive Advantage</a:t>
            </a:r>
            <a:endParaRPr sz="5400" dirty="0"/>
          </a:p>
        </p:txBody>
      </p:sp>
      <p:sp>
        <p:nvSpPr>
          <p:cNvPr id="3" name="Google Shape;1053;p44">
            <a:extLst>
              <a:ext uri="{FF2B5EF4-FFF2-40B4-BE49-F238E27FC236}">
                <a16:creationId xmlns:a16="http://schemas.microsoft.com/office/drawing/2014/main" id="{C715B3EA-BE0A-3807-2A3A-F7EDDC171A23}"/>
              </a:ext>
            </a:extLst>
          </p:cNvPr>
          <p:cNvSpPr txBox="1"/>
          <p:nvPr/>
        </p:nvSpPr>
        <p:spPr>
          <a:xfrm>
            <a:off x="831850" y="2080047"/>
            <a:ext cx="173062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MEMS Gas Sensor offers several competitive advantages:</a:t>
            </a:r>
            <a:endParaRPr lang="en-US" sz="24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8C057A-ECC4-BECE-AD26-5403086C6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321975"/>
              </p:ext>
            </p:extLst>
          </p:nvPr>
        </p:nvGraphicFramePr>
        <p:xfrm>
          <a:off x="831850" y="2506936"/>
          <a:ext cx="16918991" cy="8138785"/>
        </p:xfrm>
        <a:graphic>
          <a:graphicData uri="http://schemas.openxmlformats.org/drawingml/2006/table">
            <a:tbl>
              <a:tblPr firstRow="1" firstCol="1" bandRow="1">
                <a:tableStyleId>{A0F8710B-1E0E-467E-97F3-2139AACC6C45}</a:tableStyleId>
              </a:tblPr>
              <a:tblGrid>
                <a:gridCol w="3025041">
                  <a:extLst>
                    <a:ext uri="{9D8B030D-6E8A-4147-A177-3AD203B41FA5}">
                      <a16:colId xmlns:a16="http://schemas.microsoft.com/office/drawing/2014/main" val="2307018688"/>
                    </a:ext>
                  </a:extLst>
                </a:gridCol>
                <a:gridCol w="4493589">
                  <a:extLst>
                    <a:ext uri="{9D8B030D-6E8A-4147-A177-3AD203B41FA5}">
                      <a16:colId xmlns:a16="http://schemas.microsoft.com/office/drawing/2014/main" val="1322101613"/>
                    </a:ext>
                  </a:extLst>
                </a:gridCol>
                <a:gridCol w="4347914">
                  <a:extLst>
                    <a:ext uri="{9D8B030D-6E8A-4147-A177-3AD203B41FA5}">
                      <a16:colId xmlns:a16="http://schemas.microsoft.com/office/drawing/2014/main" val="4088807228"/>
                    </a:ext>
                  </a:extLst>
                </a:gridCol>
                <a:gridCol w="5052447">
                  <a:extLst>
                    <a:ext uri="{9D8B030D-6E8A-4147-A177-3AD203B41FA5}">
                      <a16:colId xmlns:a16="http://schemas.microsoft.com/office/drawing/2014/main" val="4172622613"/>
                    </a:ext>
                  </a:extLst>
                </a:gridCol>
              </a:tblGrid>
              <a:tr h="72766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Parameter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Conventional Catalytic Sensor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Conventional TCD Sensor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/>
                        <a:t>Multi Nano Sense — CMOS MEMS TCD Sensor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46007"/>
                  </a:ext>
                </a:extLst>
              </a:tr>
              <a:tr h="578524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Sensing 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Technology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Catalytic </a:t>
                      </a:r>
                      <a:r>
                        <a:rPr lang="en-US" sz="2000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Pellistor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Thermal Conductivity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Flow Invariant Thermal Conductivity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241036"/>
                  </a:ext>
                </a:extLst>
              </a:tr>
              <a:tr h="283235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Target Gas Capability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/>
                        <a:t>Typically one sensor for one gas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Limited multi-gas capability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/>
                        <a:t>One sensor platform for multiple gases</a:t>
                      </a:r>
                      <a:r>
                        <a:rPr lang="en-US" sz="2000" dirty="0"/>
                        <a:t> including </a:t>
                      </a:r>
                      <a:r>
                        <a:rPr lang="en-US" sz="2000" b="1" dirty="0"/>
                        <a:t>H₂, CH</a:t>
                      </a:r>
                      <a:r>
                        <a:rPr lang="en-US" sz="2000" b="1" i="0" u="none" strike="noStrike" cap="none" baseline="-25000" dirty="0">
                          <a:solidFill>
                            <a:schemeClr val="dk1"/>
                          </a:solidFill>
                          <a:latin typeface="Poppins"/>
                          <a:cs typeface="Poppins"/>
                          <a:sym typeface="Arial"/>
                        </a:rPr>
                        <a:t>6</a:t>
                      </a:r>
                      <a:r>
                        <a:rPr lang="en-US" sz="2000" b="1" dirty="0"/>
                        <a:t>, SF</a:t>
                      </a:r>
                      <a:r>
                        <a:rPr lang="en-US" sz="2000" b="1" baseline="-25000" dirty="0"/>
                        <a:t>6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dirty="0"/>
                        <a:t>and other gases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547870"/>
                  </a:ext>
                </a:extLst>
              </a:tr>
              <a:tr h="283235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Response Time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T90: 3 seconds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T10: 10 seconds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T90: &lt; 1 second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T10: &lt; 3 seconds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2X-6X faster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 T90 in &lt;500 mS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5X-20X faster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 T10 in &lt;500mS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15941"/>
                  </a:ext>
                </a:extLst>
              </a:tr>
              <a:tr h="283235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Form Factor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/>
                        <a:t>Larger module, around 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148 cm</a:t>
                      </a:r>
                      <a:r>
                        <a:rPr lang="en-US" sz="2000" baseline="30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r>
                        <a:rPr lang="en-IN" sz="2000" dirty="0"/>
                        <a:t>; 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58 grams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Compact module, around 37 cm</a:t>
                      </a:r>
                      <a:r>
                        <a:rPr lang="en-US" sz="2000" baseline="30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r>
                        <a:rPr lang="en-IN" sz="2000" dirty="0"/>
                        <a:t>; 1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 grams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b="1" dirty="0"/>
                        <a:t>Compact MEMS solution:</a:t>
                      </a:r>
                      <a:r>
                        <a:rPr lang="en-IN" sz="2000" dirty="0"/>
                        <a:t> around 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 cm</a:t>
                      </a:r>
                      <a:r>
                        <a:rPr lang="en-US" sz="2000" baseline="30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r>
                        <a:rPr lang="en-IN" sz="2000" dirty="0"/>
                        <a:t>; 2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 grams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8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Power Consumption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/>
                        <a:t>Typically high, around </a:t>
                      </a:r>
                      <a:r>
                        <a:rPr lang="en-US" sz="2000" b="1" dirty="0"/>
                        <a:t>400 </a:t>
                      </a:r>
                      <a:r>
                        <a:rPr lang="en-US" sz="2000" b="1" dirty="0" err="1"/>
                        <a:t>mW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Moderate, around </a:t>
                      </a:r>
                      <a:r>
                        <a:rPr lang="en-IN" sz="2000" b="1" dirty="0"/>
                        <a:t>300 </a:t>
                      </a:r>
                      <a:r>
                        <a:rPr lang="en-IN" sz="2000" b="1" dirty="0" err="1"/>
                        <a:t>mW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/>
                        <a:t>Ultra-low power:</a:t>
                      </a:r>
                      <a:r>
                        <a:rPr lang="en-US" sz="2000" dirty="0"/>
                        <a:t> around </a:t>
                      </a:r>
                      <a:r>
                        <a:rPr lang="en-US" sz="2000" b="1" dirty="0"/>
                        <a:t>30 </a:t>
                      </a:r>
                      <a:r>
                        <a:rPr lang="en-US" sz="2000" b="1" dirty="0" err="1"/>
                        <a:t>mW</a:t>
                      </a:r>
                      <a:r>
                        <a:rPr lang="en-US" sz="2000" dirty="0"/>
                        <a:t>, suitable for battery-operated products</a:t>
                      </a:r>
                      <a:endParaRPr lang="en-IN" sz="2000" b="1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36824"/>
                  </a:ext>
                </a:extLst>
              </a:tr>
              <a:tr h="621513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Operating Range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0.05 to 4 vol% H2 in Air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0.4 to 10 vol% H2 in Air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 have the </a:t>
                      </a: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widest operating range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0.01 to 100 vol% H2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919997"/>
                  </a:ext>
                </a:extLst>
              </a:tr>
              <a:tr h="5785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Damage on Over-Exposure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Sensor gets saturated and permanently damaged.</a:t>
                      </a:r>
                      <a:endParaRPr lang="en-IN" sz="20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 damage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 damage</a:t>
                      </a:r>
                      <a:endParaRPr lang="en-IN" sz="2000" b="1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320505"/>
                  </a:ext>
                </a:extLst>
              </a:tr>
              <a:tr h="727661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Accuracy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 1 vol%: ±0.1 vol%</a:t>
                      </a:r>
                      <a:endParaRPr lang="en-IN" sz="20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 1 vol%: ±0.4 vol%</a:t>
                      </a:r>
                      <a:endParaRPr lang="en-IN" sz="200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5X better</a:t>
                      </a: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 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 1 vol%: ±0.02 vol%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557073"/>
                  </a:ext>
                </a:extLst>
              </a:tr>
              <a:tr h="873815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IN" sz="2000" dirty="0"/>
                        <a:t>Customer Benefit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4C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/>
                        <a:t>Suitable for basic combustible gas detection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dirty="0"/>
                        <a:t>Suitable for selected TCD applications</a:t>
                      </a:r>
                      <a:endParaRPr lang="en-IN" sz="2000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2000" b="1" dirty="0"/>
                        <a:t>Faster, lower-power, more accurate, robust and scalable platform for industrial, safety and energy applications</a:t>
                      </a:r>
                      <a:endParaRPr lang="en-IN" sz="2000" b="1" dirty="0"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391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81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FAFB0BB8-4A57-4B62-A688-AC0A5D06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2">
            <a:extLst>
              <a:ext uri="{FF2B5EF4-FFF2-40B4-BE49-F238E27FC236}">
                <a16:creationId xmlns:a16="http://schemas.microsoft.com/office/drawing/2014/main" id="{DD343FB6-6FB9-6908-11E8-A51B2A246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854075"/>
            <a:ext cx="17889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 dirty="0"/>
              <a:t>Solutions Across Industries</a:t>
            </a:r>
            <a:endParaRPr sz="5400" dirty="0"/>
          </a:p>
        </p:txBody>
      </p:sp>
      <p:sp>
        <p:nvSpPr>
          <p:cNvPr id="1187" name="Google Shape;1187;p52">
            <a:extLst>
              <a:ext uri="{FF2B5EF4-FFF2-40B4-BE49-F238E27FC236}">
                <a16:creationId xmlns:a16="http://schemas.microsoft.com/office/drawing/2014/main" id="{CADBB3C8-8A8C-A563-71ED-76B67163AB7C}"/>
              </a:ext>
            </a:extLst>
          </p:cNvPr>
          <p:cNvSpPr/>
          <p:nvPr/>
        </p:nvSpPr>
        <p:spPr>
          <a:xfrm>
            <a:off x="898305" y="4200257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Natural Gas Infrastructure</a:t>
            </a:r>
            <a:endParaRPr dirty="0"/>
          </a:p>
        </p:txBody>
      </p:sp>
      <p:sp>
        <p:nvSpPr>
          <p:cNvPr id="1189" name="Google Shape;1189;p52">
            <a:extLst>
              <a:ext uri="{FF2B5EF4-FFF2-40B4-BE49-F238E27FC236}">
                <a16:creationId xmlns:a16="http://schemas.microsoft.com/office/drawing/2014/main" id="{49FD6805-AB4A-AD7B-B754-B997EB658229}"/>
              </a:ext>
            </a:extLst>
          </p:cNvPr>
          <p:cNvSpPr/>
          <p:nvPr/>
        </p:nvSpPr>
        <p:spPr>
          <a:xfrm>
            <a:off x="7042825" y="4200257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Energy Storage</a:t>
            </a:r>
            <a:endParaRPr dirty="0"/>
          </a:p>
        </p:txBody>
      </p:sp>
      <p:sp>
        <p:nvSpPr>
          <p:cNvPr id="1191" name="Google Shape;1191;p52">
            <a:extLst>
              <a:ext uri="{FF2B5EF4-FFF2-40B4-BE49-F238E27FC236}">
                <a16:creationId xmlns:a16="http://schemas.microsoft.com/office/drawing/2014/main" id="{9D7AD24A-C92F-6A4E-A7E7-9E06DAA3DF94}"/>
              </a:ext>
            </a:extLst>
          </p:cNvPr>
          <p:cNvSpPr/>
          <p:nvPr/>
        </p:nvSpPr>
        <p:spPr>
          <a:xfrm>
            <a:off x="13187345" y="4200257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Industrial Safety</a:t>
            </a:r>
            <a:endParaRPr dirty="0"/>
          </a:p>
        </p:txBody>
      </p:sp>
      <p:sp>
        <p:nvSpPr>
          <p:cNvPr id="21" name="Google Shape;1187;p52">
            <a:extLst>
              <a:ext uri="{FF2B5EF4-FFF2-40B4-BE49-F238E27FC236}">
                <a16:creationId xmlns:a16="http://schemas.microsoft.com/office/drawing/2014/main" id="{8597E29A-3D47-34AD-9D5C-81ED0DE66951}"/>
              </a:ext>
            </a:extLst>
          </p:cNvPr>
          <p:cNvSpPr/>
          <p:nvPr/>
        </p:nvSpPr>
        <p:spPr>
          <a:xfrm>
            <a:off x="831848" y="2929448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Power Gen and T&amp;D</a:t>
            </a:r>
            <a:endParaRPr dirty="0"/>
          </a:p>
        </p:txBody>
      </p:sp>
      <p:sp>
        <p:nvSpPr>
          <p:cNvPr id="23" name="Google Shape;1189;p52">
            <a:extLst>
              <a:ext uri="{FF2B5EF4-FFF2-40B4-BE49-F238E27FC236}">
                <a16:creationId xmlns:a16="http://schemas.microsoft.com/office/drawing/2014/main" id="{4383543D-06A4-90BE-7B26-A8194FD424A5}"/>
              </a:ext>
            </a:extLst>
          </p:cNvPr>
          <p:cNvSpPr/>
          <p:nvPr/>
        </p:nvSpPr>
        <p:spPr>
          <a:xfrm>
            <a:off x="6976368" y="2929448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Oil &amp; Gas and Petrochemicals</a:t>
            </a:r>
            <a:endParaRPr dirty="0"/>
          </a:p>
        </p:txBody>
      </p:sp>
      <p:sp>
        <p:nvSpPr>
          <p:cNvPr id="25" name="Google Shape;1191;p52">
            <a:extLst>
              <a:ext uri="{FF2B5EF4-FFF2-40B4-BE49-F238E27FC236}">
                <a16:creationId xmlns:a16="http://schemas.microsoft.com/office/drawing/2014/main" id="{2CCB329C-3C4C-B02E-86DD-447862B5724F}"/>
              </a:ext>
            </a:extLst>
          </p:cNvPr>
          <p:cNvSpPr/>
          <p:nvPr/>
        </p:nvSpPr>
        <p:spPr>
          <a:xfrm>
            <a:off x="13120888" y="2929448"/>
            <a:ext cx="6018449" cy="934106"/>
          </a:xfrm>
          <a:prstGeom prst="roundRect">
            <a:avLst>
              <a:gd name="adj" fmla="val 8509"/>
            </a:avLst>
          </a:prstGeom>
          <a:solidFill>
            <a:srgbClr val="004CB2"/>
          </a:solidFill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Hydrogen New Economy</a:t>
            </a:r>
            <a:endParaRPr dirty="0"/>
          </a:p>
        </p:txBody>
      </p:sp>
      <p:sp>
        <p:nvSpPr>
          <p:cNvPr id="27" name="Google Shape;318;p32">
            <a:extLst>
              <a:ext uri="{FF2B5EF4-FFF2-40B4-BE49-F238E27FC236}">
                <a16:creationId xmlns:a16="http://schemas.microsoft.com/office/drawing/2014/main" id="{AB238CBC-E72B-EA87-1A01-90AC28F4B1FE}"/>
              </a:ext>
            </a:extLst>
          </p:cNvPr>
          <p:cNvSpPr txBox="1"/>
          <p:nvPr/>
        </p:nvSpPr>
        <p:spPr>
          <a:xfrm>
            <a:off x="898305" y="2236411"/>
            <a:ext cx="18101258" cy="430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697">
              <a:buSzPts val="1400"/>
            </a:pPr>
            <a:r>
              <a:rPr lang="en" sz="2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The solutions are required across several industries</a:t>
            </a:r>
            <a:endParaRPr sz="28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CE641-5462-7FE1-847F-D67A34F3FC41}"/>
              </a:ext>
            </a:extLst>
          </p:cNvPr>
          <p:cNvSpPr txBox="1"/>
          <p:nvPr/>
        </p:nvSpPr>
        <p:spPr>
          <a:xfrm>
            <a:off x="898305" y="6174988"/>
            <a:ext cx="183074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 are bringing gas sensing to unimagined levels of miniaturization and affordability. </a:t>
            </a:r>
          </a:p>
          <a:p>
            <a:r>
              <a:rPr lang="en-IN" sz="28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Examples:</a:t>
            </a:r>
            <a:endParaRPr lang="en-IN" sz="2400" i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Joint level leak detection is a market category creation – All hazardous, explosive, toxic gases – Verified need from </a:t>
            </a:r>
            <a:r>
              <a:rPr lang="en-IN" sz="2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Shell, Tata Motors, Cummins, Bosch</a:t>
            </a:r>
          </a:p>
          <a:p>
            <a:r>
              <a:rPr lang="en-IN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Smart Transformer Online DGA – A Rs 10,000 device compared to Rs. 30 lac system – </a:t>
            </a:r>
            <a:r>
              <a:rPr lang="en-IN" sz="2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TATA Power, L&amp;T, State Discoms</a:t>
            </a:r>
            <a:r>
              <a:rPr lang="en-IN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r>
              <a:rPr lang="en-IN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Inter-locked home PNG safety solution – A Rs. 1,500 device for 1.25 Crores houses - </a:t>
            </a:r>
            <a:r>
              <a:rPr lang="en-IN" sz="24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GAIL</a:t>
            </a:r>
          </a:p>
          <a:p>
            <a:endParaRPr lang="en-IN" sz="2000" b="1" i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76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93C0A354-5855-148D-E11F-37CCA2D2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9B81E2-852B-E639-02F0-2FB5A132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54075"/>
            <a:ext cx="17889538" cy="830997"/>
          </a:xfrm>
        </p:spPr>
        <p:txBody>
          <a:bodyPr/>
          <a:lstStyle/>
          <a:p>
            <a:r>
              <a:rPr lang="en-IN" sz="5400" dirty="0"/>
              <a:t>SSEC Sensor Product Portfolio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3AC3EE-6C2D-C0AB-E635-DA3B210D0453}"/>
              </a:ext>
            </a:extLst>
          </p:cNvPr>
          <p:cNvGrpSpPr/>
          <p:nvPr/>
        </p:nvGrpSpPr>
        <p:grpSpPr>
          <a:xfrm>
            <a:off x="1151890" y="1685072"/>
            <a:ext cx="4349751" cy="9092168"/>
            <a:chOff x="831850" y="1685072"/>
            <a:chExt cx="4349751" cy="9092168"/>
          </a:xfrm>
        </p:grpSpPr>
        <p:sp>
          <p:nvSpPr>
            <p:cNvPr id="7" name="Google Shape;1187;p52">
              <a:extLst>
                <a:ext uri="{FF2B5EF4-FFF2-40B4-BE49-F238E27FC236}">
                  <a16:creationId xmlns:a16="http://schemas.microsoft.com/office/drawing/2014/main" id="{669C323A-5006-C24C-767B-4A3B605DAB71}"/>
                </a:ext>
              </a:extLst>
            </p:cNvPr>
            <p:cNvSpPr/>
            <p:nvPr/>
          </p:nvSpPr>
          <p:spPr>
            <a:xfrm>
              <a:off x="831850" y="1685072"/>
              <a:ext cx="4349751" cy="5378798"/>
            </a:xfrm>
            <a:prstGeom prst="roundRect">
              <a:avLst>
                <a:gd name="adj" fmla="val 8509"/>
              </a:avLst>
            </a:prstGeom>
            <a:solidFill>
              <a:srgbClr val="004CB2"/>
            </a:solidFill>
            <a:ln>
              <a:noFill/>
            </a:ln>
          </p:spPr>
          <p:txBody>
            <a:bodyPr spcFirstLastPara="1" wrap="square" lIns="91425" tIns="365750" rIns="91425" bIns="91425" anchor="t" anchorCtr="0">
              <a:noAutofit/>
            </a:bodyPr>
            <a:lstStyle/>
            <a:p>
              <a:pPr lvl="0" algn="ctr"/>
              <a:r>
                <a:rPr lang="en-IN" sz="2400" b="1" u="sng" dirty="0">
                  <a:solidFill>
                    <a:schemeClr val="bg1"/>
                  </a:solidFill>
                </a:rPr>
                <a:t>H₂ Analyzer</a:t>
              </a:r>
            </a:p>
            <a:p>
              <a:pPr lvl="0" algn="ctr"/>
              <a:r>
                <a:rPr lang="en-US" sz="2400" dirty="0">
                  <a:solidFill>
                    <a:schemeClr val="bg1"/>
                  </a:solidFill>
                </a:rPr>
                <a:t>High-precision H₂ analyzer for continuous concentration measurement in process gas streams</a:t>
              </a:r>
              <a:endParaRPr sz="2400" dirty="0">
                <a:solidFill>
                  <a:schemeClr val="bg1"/>
                </a:solidFill>
              </a:endParaRPr>
            </a:p>
          </p:txBody>
        </p:sp>
        <p:pic>
          <p:nvPicPr>
            <p:cNvPr id="9" name="Google Shape;1688;p106">
              <a:extLst>
                <a:ext uri="{FF2B5EF4-FFF2-40B4-BE49-F238E27FC236}">
                  <a16:creationId xmlns:a16="http://schemas.microsoft.com/office/drawing/2014/main" id="{01B77398-FA24-F254-4D96-1FA2E197DEF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70727" y="4225556"/>
              <a:ext cx="2481233" cy="2838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F13AD5-B6B4-A54C-9B6C-C8EF1F242D43}"/>
                </a:ext>
              </a:extLst>
            </p:cNvPr>
            <p:cNvSpPr txBox="1"/>
            <p:nvPr/>
          </p:nvSpPr>
          <p:spPr>
            <a:xfrm>
              <a:off x="831850" y="7360920"/>
              <a:ext cx="434975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Self-calibration support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Humidity, temperature, and pressure compensation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Wired / wireless communication options</a:t>
              </a:r>
            </a:p>
            <a:p>
              <a:endParaRPr lang="en-US" sz="2000" dirty="0"/>
            </a:p>
            <a:p>
              <a:r>
                <a:rPr lang="en-US" sz="2000" b="1" u="sng" dirty="0"/>
                <a:t>Applications</a:t>
              </a:r>
            </a:p>
            <a:p>
              <a:r>
                <a:rPr lang="en-US" sz="2000" dirty="0"/>
                <a:t>Oil &amp; gas 	Steel manufacturing</a:t>
              </a:r>
            </a:p>
            <a:p>
              <a:r>
                <a:rPr lang="en-US" sz="2000" dirty="0"/>
                <a:t>Thermal power plants</a:t>
              </a:r>
            </a:p>
            <a:p>
              <a:r>
                <a:rPr lang="en-US" sz="2000" dirty="0"/>
                <a:t>Process industries using H₂ mixtures</a:t>
              </a:r>
            </a:p>
            <a:p>
              <a:endParaRPr lang="en-IN" sz="16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4727C6-6D09-29FD-1401-1686C74F3450}"/>
              </a:ext>
            </a:extLst>
          </p:cNvPr>
          <p:cNvGrpSpPr/>
          <p:nvPr/>
        </p:nvGrpSpPr>
        <p:grpSpPr>
          <a:xfrm>
            <a:off x="7503795" y="1685072"/>
            <a:ext cx="4349751" cy="8845947"/>
            <a:chOff x="7503795" y="1685072"/>
            <a:chExt cx="4349751" cy="8845947"/>
          </a:xfrm>
        </p:grpSpPr>
        <p:sp>
          <p:nvSpPr>
            <p:cNvPr id="13" name="Google Shape;1187;p52">
              <a:extLst>
                <a:ext uri="{FF2B5EF4-FFF2-40B4-BE49-F238E27FC236}">
                  <a16:creationId xmlns:a16="http://schemas.microsoft.com/office/drawing/2014/main" id="{821C7A47-6321-F0DA-78A3-392E8842C731}"/>
                </a:ext>
              </a:extLst>
            </p:cNvPr>
            <p:cNvSpPr/>
            <p:nvPr/>
          </p:nvSpPr>
          <p:spPr>
            <a:xfrm>
              <a:off x="7503795" y="1685072"/>
              <a:ext cx="4349751" cy="5378798"/>
            </a:xfrm>
            <a:prstGeom prst="roundRect">
              <a:avLst>
                <a:gd name="adj" fmla="val 8509"/>
              </a:avLst>
            </a:prstGeom>
            <a:solidFill>
              <a:srgbClr val="004CB2"/>
            </a:solidFill>
            <a:ln>
              <a:noFill/>
            </a:ln>
          </p:spPr>
          <p:txBody>
            <a:bodyPr spcFirstLastPara="1" wrap="square" lIns="91425" tIns="365750" rIns="91425" bIns="91425" anchor="t" anchorCtr="0">
              <a:noAutofit/>
            </a:bodyPr>
            <a:lstStyle/>
            <a:p>
              <a:pPr lvl="0" algn="ctr"/>
              <a:r>
                <a:rPr lang="en-IN" sz="2400" b="1" u="sng" dirty="0">
                  <a:solidFill>
                    <a:schemeClr val="bg1"/>
                  </a:solidFill>
                </a:rPr>
                <a:t>Portable H₂ Leak Detector</a:t>
              </a:r>
            </a:p>
            <a:p>
              <a:pPr lvl="0" algn="ctr"/>
              <a:r>
                <a:rPr lang="en-US" sz="2400" dirty="0">
                  <a:solidFill>
                    <a:schemeClr val="bg1"/>
                  </a:solidFill>
                </a:rPr>
                <a:t>Handheld portable H₂ leak detector for inspection and maintenance of pipelines, joints, valves, and equipment</a:t>
              </a:r>
              <a:endParaRPr sz="240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243476-82CE-EC37-1607-CB74ADAD1C7E}"/>
                </a:ext>
              </a:extLst>
            </p:cNvPr>
            <p:cNvSpPr txBox="1"/>
            <p:nvPr/>
          </p:nvSpPr>
          <p:spPr>
            <a:xfrm>
              <a:off x="7503795" y="7360920"/>
              <a:ext cx="4349751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Single-hand operation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Flush / compact probe design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Retractable probe for difficult-to-access points</a:t>
              </a:r>
            </a:p>
            <a:p>
              <a:endParaRPr lang="en-US" sz="2000" dirty="0"/>
            </a:p>
            <a:p>
              <a:r>
                <a:rPr lang="en-US" sz="2000" b="1" u="sng" dirty="0"/>
                <a:t>Applications</a:t>
              </a:r>
            </a:p>
            <a:p>
              <a:r>
                <a:rPr lang="en-US" sz="2000" dirty="0"/>
                <a:t>Industries handling H₂ gas</a:t>
              </a:r>
            </a:p>
            <a:p>
              <a:r>
                <a:rPr lang="en-US" sz="2000" dirty="0"/>
                <a:t>Pipeline and joint inspection</a:t>
              </a:r>
            </a:p>
            <a:p>
              <a:r>
                <a:rPr lang="en-US" sz="2000" dirty="0"/>
                <a:t>Maintenance and commissioning</a:t>
              </a:r>
            </a:p>
            <a:p>
              <a:r>
                <a:rPr lang="en-US" sz="2000" dirty="0"/>
                <a:t>Hazardous-zone inspection</a:t>
              </a:r>
              <a:endParaRPr lang="en-IN" sz="16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211887-2D79-808A-112D-BA0530DCD66A}"/>
              </a:ext>
            </a:extLst>
          </p:cNvPr>
          <p:cNvGrpSpPr/>
          <p:nvPr/>
        </p:nvGrpSpPr>
        <p:grpSpPr>
          <a:xfrm>
            <a:off x="13855700" y="1685072"/>
            <a:ext cx="4349751" cy="8845947"/>
            <a:chOff x="13343890" y="1685072"/>
            <a:chExt cx="4349751" cy="8845947"/>
          </a:xfrm>
        </p:grpSpPr>
        <p:sp>
          <p:nvSpPr>
            <p:cNvPr id="17" name="Google Shape;1187;p52">
              <a:extLst>
                <a:ext uri="{FF2B5EF4-FFF2-40B4-BE49-F238E27FC236}">
                  <a16:creationId xmlns:a16="http://schemas.microsoft.com/office/drawing/2014/main" id="{C3D328E7-BE57-ECBB-3FA6-22BDD81F80FA}"/>
                </a:ext>
              </a:extLst>
            </p:cNvPr>
            <p:cNvSpPr/>
            <p:nvPr/>
          </p:nvSpPr>
          <p:spPr>
            <a:xfrm>
              <a:off x="13343890" y="1685072"/>
              <a:ext cx="4349751" cy="5378798"/>
            </a:xfrm>
            <a:prstGeom prst="roundRect">
              <a:avLst>
                <a:gd name="adj" fmla="val 8509"/>
              </a:avLst>
            </a:prstGeom>
            <a:solidFill>
              <a:srgbClr val="004CB2"/>
            </a:solidFill>
            <a:ln>
              <a:noFill/>
            </a:ln>
          </p:spPr>
          <p:txBody>
            <a:bodyPr spcFirstLastPara="1" wrap="square" lIns="91425" tIns="365750" rIns="91425" bIns="91425" anchor="t" anchorCtr="0">
              <a:noAutofit/>
            </a:bodyPr>
            <a:lstStyle/>
            <a:p>
              <a:pPr lvl="0" algn="ctr"/>
              <a:r>
                <a:rPr lang="en-IN" sz="2400" b="1" u="sng" dirty="0">
                  <a:solidFill>
                    <a:schemeClr val="bg1"/>
                  </a:solidFill>
                </a:rPr>
                <a:t>Fixed H₂ Leak Detector</a:t>
              </a:r>
            </a:p>
            <a:p>
              <a:pPr lvl="0" algn="ctr"/>
              <a:r>
                <a:rPr lang="en-US" sz="2400" dirty="0">
                  <a:solidFill>
                    <a:schemeClr val="bg1"/>
                  </a:solidFill>
                </a:rPr>
                <a:t>Wall-mounted or roof-mounted H₂ gas detector with audible / visual alarm for continuous area monitoring</a:t>
              </a:r>
              <a:r>
                <a:rPr lang="en-US" sz="2400" dirty="0"/>
                <a:t>.</a:t>
              </a:r>
              <a:endParaRPr sz="2400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21BC4B-3EE1-C288-8803-11AE15989166}"/>
                </a:ext>
              </a:extLst>
            </p:cNvPr>
            <p:cNvSpPr txBox="1"/>
            <p:nvPr/>
          </p:nvSpPr>
          <p:spPr>
            <a:xfrm>
              <a:off x="13343890" y="7360920"/>
              <a:ext cx="4349751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Continuous H₂ leak monitoring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Local alarm indication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Helps identify leak presence near risk zones</a:t>
              </a:r>
            </a:p>
            <a:p>
              <a:endParaRPr lang="en-US" sz="2000" dirty="0"/>
            </a:p>
            <a:p>
              <a:r>
                <a:rPr lang="en-US" sz="2000" b="1" u="sng" dirty="0"/>
                <a:t>Applications</a:t>
              </a:r>
            </a:p>
            <a:p>
              <a:r>
                <a:rPr lang="en-US" sz="2000" dirty="0"/>
                <a:t>Automotive / H₂ mobility areas </a:t>
              </a:r>
              <a:br>
                <a:rPr lang="en-US" sz="2000" dirty="0"/>
              </a:br>
              <a:r>
                <a:rPr lang="en-US" sz="2000" dirty="0"/>
                <a:t>Battery rooms and fuel-cell systems </a:t>
              </a:r>
              <a:br>
                <a:rPr lang="en-US" sz="2000" dirty="0"/>
              </a:br>
              <a:r>
                <a:rPr lang="en-US" sz="2000" dirty="0"/>
                <a:t>Residential / utility gas safety </a:t>
              </a:r>
              <a:br>
                <a:rPr lang="en-US" sz="2000" dirty="0"/>
              </a:br>
              <a:r>
                <a:rPr lang="en-US" sz="2000" dirty="0"/>
                <a:t>Industrial safety monitoring</a:t>
              </a:r>
              <a:endParaRPr lang="en-IN" sz="16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6" name="Picture 25" descr="A black box with a screw and a bolt&#10;&#10;Description automatically generated">
              <a:extLst>
                <a:ext uri="{FF2B5EF4-FFF2-40B4-BE49-F238E27FC236}">
                  <a16:creationId xmlns:a16="http://schemas.microsoft.com/office/drawing/2014/main" id="{E02F0E59-E0CD-71D0-FE07-8FAEE80C9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72" t="8963" r="20295" b="6545"/>
            <a:stretch/>
          </p:blipFill>
          <p:spPr bwMode="auto">
            <a:xfrm>
              <a:off x="14038580" y="4594950"/>
              <a:ext cx="3040659" cy="211944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2" name="Picture 1" descr="A close-up of a device&#10;&#10;Description automatically generated">
            <a:extLst>
              <a:ext uri="{FF2B5EF4-FFF2-40B4-BE49-F238E27FC236}">
                <a16:creationId xmlns:a16="http://schemas.microsoft.com/office/drawing/2014/main" id="{6AB87E59-48B6-ABF9-26A8-00FC07605A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877" y="4546600"/>
            <a:ext cx="2011680" cy="2703830"/>
          </a:xfrm>
          <a:prstGeom prst="rect">
            <a:avLst/>
          </a:prstGeom>
        </p:spPr>
      </p:pic>
      <p:pic>
        <p:nvPicPr>
          <p:cNvPr id="4" name="Picture 3" descr="A black object with a black background&#10;&#10;Description automatically generated">
            <a:extLst>
              <a:ext uri="{FF2B5EF4-FFF2-40B4-BE49-F238E27FC236}">
                <a16:creationId xmlns:a16="http://schemas.microsoft.com/office/drawing/2014/main" id="{B2AC2BE3-9E3B-0BA7-639F-E0743F1E28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33358">
            <a:off x="8956992" y="5205095"/>
            <a:ext cx="2703830" cy="65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98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>
          <a:extLst>
            <a:ext uri="{FF2B5EF4-FFF2-40B4-BE49-F238E27FC236}">
              <a16:creationId xmlns:a16="http://schemas.microsoft.com/office/drawing/2014/main" id="{0E3B39B5-831D-81A2-137B-341ABC77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16ACAA-961D-5F60-A844-76966A89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54075"/>
            <a:ext cx="17889538" cy="830997"/>
          </a:xfrm>
        </p:spPr>
        <p:txBody>
          <a:bodyPr/>
          <a:lstStyle/>
          <a:p>
            <a:r>
              <a:rPr lang="en-IN" sz="5400" dirty="0"/>
              <a:t>MEMS Sensor Product Portfolio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349C2E-5FE3-A531-EEFA-D4BE46011DC6}"/>
              </a:ext>
            </a:extLst>
          </p:cNvPr>
          <p:cNvGrpSpPr/>
          <p:nvPr/>
        </p:nvGrpSpPr>
        <p:grpSpPr>
          <a:xfrm>
            <a:off x="1785620" y="1917105"/>
            <a:ext cx="6944400" cy="8538170"/>
            <a:chOff x="7503795" y="1685072"/>
            <a:chExt cx="4349751" cy="8538170"/>
          </a:xfrm>
        </p:grpSpPr>
        <p:sp>
          <p:nvSpPr>
            <p:cNvPr id="13" name="Google Shape;1187;p52">
              <a:extLst>
                <a:ext uri="{FF2B5EF4-FFF2-40B4-BE49-F238E27FC236}">
                  <a16:creationId xmlns:a16="http://schemas.microsoft.com/office/drawing/2014/main" id="{DF9DC1DC-8912-677A-7F74-A64F15518D99}"/>
                </a:ext>
              </a:extLst>
            </p:cNvPr>
            <p:cNvSpPr/>
            <p:nvPr/>
          </p:nvSpPr>
          <p:spPr>
            <a:xfrm>
              <a:off x="7503795" y="1685072"/>
              <a:ext cx="4349751" cy="5378798"/>
            </a:xfrm>
            <a:prstGeom prst="roundRect">
              <a:avLst>
                <a:gd name="adj" fmla="val 8509"/>
              </a:avLst>
            </a:prstGeom>
            <a:solidFill>
              <a:srgbClr val="004CB2"/>
            </a:solidFill>
            <a:ln>
              <a:noFill/>
            </a:ln>
          </p:spPr>
          <p:txBody>
            <a:bodyPr spcFirstLastPara="1" wrap="square" lIns="91425" tIns="365750" rIns="91425" bIns="91425" anchor="t" anchorCtr="0">
              <a:noAutofit/>
            </a:bodyPr>
            <a:lstStyle/>
            <a:p>
              <a:pPr lvl="0" algn="ctr"/>
              <a:r>
                <a:rPr lang="en-IN" sz="2400" b="1" u="sng" dirty="0">
                  <a:solidFill>
                    <a:schemeClr val="bg1"/>
                  </a:solidFill>
                </a:rPr>
                <a:t>Fixed Leak Detector</a:t>
              </a:r>
            </a:p>
            <a:p>
              <a:pPr lvl="0" algn="ctr"/>
              <a:r>
                <a:rPr lang="en-US" sz="2400" dirty="0">
                  <a:solidFill>
                    <a:schemeClr val="bg1"/>
                  </a:solidFill>
                </a:rPr>
                <a:t>Compact fixed gas leak detector designed for early leak detection with local alarm and wired / wireless connectivity options</a:t>
              </a:r>
              <a:endParaRPr sz="240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6D5EC7-475C-FFB8-5525-CBF09794FA29}"/>
                </a:ext>
              </a:extLst>
            </p:cNvPr>
            <p:cNvSpPr txBox="1"/>
            <p:nvPr/>
          </p:nvSpPr>
          <p:spPr>
            <a:xfrm>
              <a:off x="7503795" y="7360920"/>
              <a:ext cx="434975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Continuous area monitoring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Compact and low-power MEMS sensing platform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Fast response for early leak warning</a:t>
              </a:r>
            </a:p>
            <a:p>
              <a:endParaRPr lang="en-US" sz="2000" b="1" u="sng" dirty="0"/>
            </a:p>
            <a:p>
              <a:r>
                <a:rPr lang="en-US" sz="2000" b="1" u="sng" dirty="0"/>
                <a:t>Applications</a:t>
              </a:r>
            </a:p>
            <a:p>
              <a:r>
                <a:rPr lang="en-US" sz="2000" dirty="0"/>
                <a:t>Oil &amp; gas facilities 	</a:t>
              </a:r>
              <a:r>
                <a:rPr lang="en-IN" sz="2000" dirty="0"/>
                <a:t>Hydrogen storage areas </a:t>
              </a:r>
              <a:br>
                <a:rPr lang="en-IN" sz="2000" dirty="0"/>
              </a:br>
              <a:r>
                <a:rPr lang="en-IN" sz="2000" dirty="0"/>
                <a:t>Automotive / H₂ mobility zones</a:t>
              </a:r>
              <a:br>
                <a:rPr lang="en-US" sz="2000" dirty="0"/>
              </a:br>
              <a:r>
                <a:rPr lang="en-US" sz="2000" dirty="0"/>
                <a:t>Battery rooms and fuel-cell systems </a:t>
              </a:r>
              <a:br>
                <a:rPr lang="en-US" sz="2000" dirty="0"/>
              </a:br>
              <a:r>
                <a:rPr lang="en-US" sz="2000" dirty="0"/>
                <a:t>Residential / utility gas safety</a:t>
              </a:r>
              <a:endParaRPr lang="en-IN" sz="16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E36F63-D71F-669E-1BE7-9AF907B911E5}"/>
              </a:ext>
            </a:extLst>
          </p:cNvPr>
          <p:cNvGrpSpPr/>
          <p:nvPr/>
        </p:nvGrpSpPr>
        <p:grpSpPr>
          <a:xfrm>
            <a:off x="11162315" y="1917105"/>
            <a:ext cx="6943722" cy="8538170"/>
            <a:chOff x="13343890" y="1685072"/>
            <a:chExt cx="4349751" cy="8538170"/>
          </a:xfrm>
        </p:grpSpPr>
        <p:sp>
          <p:nvSpPr>
            <p:cNvPr id="17" name="Google Shape;1187;p52">
              <a:extLst>
                <a:ext uri="{FF2B5EF4-FFF2-40B4-BE49-F238E27FC236}">
                  <a16:creationId xmlns:a16="http://schemas.microsoft.com/office/drawing/2014/main" id="{1E573E65-755F-4325-174B-608A0FF082B2}"/>
                </a:ext>
              </a:extLst>
            </p:cNvPr>
            <p:cNvSpPr/>
            <p:nvPr/>
          </p:nvSpPr>
          <p:spPr>
            <a:xfrm>
              <a:off x="13343890" y="1685072"/>
              <a:ext cx="4349751" cy="5378798"/>
            </a:xfrm>
            <a:prstGeom prst="roundRect">
              <a:avLst>
                <a:gd name="adj" fmla="val 8509"/>
              </a:avLst>
            </a:prstGeom>
            <a:solidFill>
              <a:srgbClr val="004CB2"/>
            </a:solidFill>
            <a:ln>
              <a:noFill/>
            </a:ln>
          </p:spPr>
          <p:txBody>
            <a:bodyPr spcFirstLastPara="1" wrap="square" lIns="91425" tIns="365750" rIns="91425" bIns="91425" anchor="t" anchorCtr="0">
              <a:noAutofit/>
            </a:bodyPr>
            <a:lstStyle/>
            <a:p>
              <a:pPr lvl="0" algn="ctr"/>
              <a:r>
                <a:rPr lang="en-IN" sz="2400" b="1" u="sng" dirty="0">
                  <a:solidFill>
                    <a:schemeClr val="bg1"/>
                  </a:solidFill>
                </a:rPr>
                <a:t>Joint-Level Leak Detector</a:t>
              </a:r>
            </a:p>
            <a:p>
              <a:pPr lvl="0" algn="ctr"/>
              <a:r>
                <a:rPr lang="en-US" sz="2400" dirty="0">
                  <a:solidFill>
                    <a:schemeClr val="bg1"/>
                  </a:solidFill>
                </a:rPr>
                <a:t>Circumferential leak detector designed to monitor gas leakage around pipeline joints, flanges, valves, connectors, and local boundary regions. Suitable for targeted monitoring at high-risk leak points</a:t>
              </a:r>
              <a:endParaRPr sz="2400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EB873D-D56C-CE9D-4AE2-658851557928}"/>
                </a:ext>
              </a:extLst>
            </p:cNvPr>
            <p:cNvSpPr txBox="1"/>
            <p:nvPr/>
          </p:nvSpPr>
          <p:spPr>
            <a:xfrm>
              <a:off x="13343890" y="7360920"/>
              <a:ext cx="434975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Detects leaks close to the source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Suitable for joint-level and flange-level monitoring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Reduces dependence on wide-area gas dispersion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Useful for distributed pipeline safety monitoring</a:t>
              </a:r>
            </a:p>
            <a:p>
              <a:endParaRPr lang="en-US" sz="2000" b="1" u="sng" dirty="0"/>
            </a:p>
            <a:p>
              <a:r>
                <a:rPr lang="en-US" sz="2000" b="1" u="sng" dirty="0"/>
                <a:t>Applications</a:t>
              </a:r>
            </a:p>
            <a:p>
              <a:r>
                <a:rPr lang="en-US" sz="2000" dirty="0"/>
                <a:t>Pipeline joints and flanges	Industrial gas distributors</a:t>
              </a:r>
            </a:p>
            <a:p>
              <a:r>
                <a:rPr lang="en-US" sz="2000" dirty="0"/>
                <a:t>Plants with distributed pipeline networks</a:t>
              </a:r>
              <a:endParaRPr lang="en-IN" sz="1600" b="1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r>
                <a:rPr lang="en-US" sz="2000" dirty="0"/>
                <a:t>Hydrogen and fuel-gas infrastructure</a:t>
              </a:r>
            </a:p>
          </p:txBody>
        </p:sp>
      </p:grpSp>
      <p:pic>
        <p:nvPicPr>
          <p:cNvPr id="5" name="Google Shape;1757;p107">
            <a:extLst>
              <a:ext uri="{FF2B5EF4-FFF2-40B4-BE49-F238E27FC236}">
                <a16:creationId xmlns:a16="http://schemas.microsoft.com/office/drawing/2014/main" id="{04655A4C-575A-2B37-8CDE-13890E708E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764"/>
          <a:stretch/>
        </p:blipFill>
        <p:spPr>
          <a:xfrm>
            <a:off x="4217915" y="4148754"/>
            <a:ext cx="2079809" cy="279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58;p107">
            <a:extLst>
              <a:ext uri="{FF2B5EF4-FFF2-40B4-BE49-F238E27FC236}">
                <a16:creationId xmlns:a16="http://schemas.microsoft.com/office/drawing/2014/main" id="{12C5E60A-CE69-1321-3E33-8F529FCBF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2294"/>
          <a:stretch/>
        </p:blipFill>
        <p:spPr>
          <a:xfrm>
            <a:off x="13749873" y="4802172"/>
            <a:ext cx="1768605" cy="228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9041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53D4-C6E1-F12C-D976-067CB71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Customers – 100+ Global Base</a:t>
            </a:r>
          </a:p>
        </p:txBody>
      </p:sp>
      <p:pic>
        <p:nvPicPr>
          <p:cNvPr id="5" name="Google Shape;322;p33">
            <a:extLst>
              <a:ext uri="{FF2B5EF4-FFF2-40B4-BE49-F238E27FC236}">
                <a16:creationId xmlns:a16="http://schemas.microsoft.com/office/drawing/2014/main" id="{CB626619-4F92-AC9F-196A-5F1BAE59C97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1809" y="8232898"/>
            <a:ext cx="2381308" cy="154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23;p33">
            <a:extLst>
              <a:ext uri="{FF2B5EF4-FFF2-40B4-BE49-F238E27FC236}">
                <a16:creationId xmlns:a16="http://schemas.microsoft.com/office/drawing/2014/main" id="{9A930F67-6C5E-F3AA-57CA-AA7D73400F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84499" y="5535169"/>
            <a:ext cx="2160198" cy="1954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24;p33">
            <a:extLst>
              <a:ext uri="{FF2B5EF4-FFF2-40B4-BE49-F238E27FC236}">
                <a16:creationId xmlns:a16="http://schemas.microsoft.com/office/drawing/2014/main" id="{023334C6-C0FA-04A7-0A9B-74A89F5BC6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298" t="22690" r="11399" b="21485"/>
          <a:stretch/>
        </p:blipFill>
        <p:spPr>
          <a:xfrm>
            <a:off x="6477021" y="8232898"/>
            <a:ext cx="3011488" cy="136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5;p33">
            <a:extLst>
              <a:ext uri="{FF2B5EF4-FFF2-40B4-BE49-F238E27FC236}">
                <a16:creationId xmlns:a16="http://schemas.microsoft.com/office/drawing/2014/main" id="{E258AC78-956F-E7DD-6CF3-BF4BDDCE83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07471" y="8149224"/>
            <a:ext cx="1681833" cy="1731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26;p33">
            <a:extLst>
              <a:ext uri="{FF2B5EF4-FFF2-40B4-BE49-F238E27FC236}">
                <a16:creationId xmlns:a16="http://schemas.microsoft.com/office/drawing/2014/main" id="{667E4415-BF1A-A099-ECED-1FEE8CD0047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73300" y="5651247"/>
            <a:ext cx="1876869" cy="161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27;p33">
            <a:extLst>
              <a:ext uri="{FF2B5EF4-FFF2-40B4-BE49-F238E27FC236}">
                <a16:creationId xmlns:a16="http://schemas.microsoft.com/office/drawing/2014/main" id="{2BA25FC4-35A3-0C2E-62B0-9DB1B9B319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2616" y="8639314"/>
            <a:ext cx="2209529" cy="12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28;p33">
            <a:extLst>
              <a:ext uri="{FF2B5EF4-FFF2-40B4-BE49-F238E27FC236}">
                <a16:creationId xmlns:a16="http://schemas.microsoft.com/office/drawing/2014/main" id="{95A3E74E-2904-0275-621D-7639F9490C2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1947" y="5661328"/>
            <a:ext cx="2160198" cy="1528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29;p33">
            <a:extLst>
              <a:ext uri="{FF2B5EF4-FFF2-40B4-BE49-F238E27FC236}">
                <a16:creationId xmlns:a16="http://schemas.microsoft.com/office/drawing/2014/main" id="{84099066-1BB3-F6BE-8C89-A9CCC2830B9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97079" y="4269287"/>
            <a:ext cx="2894733" cy="943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30;p33">
            <a:extLst>
              <a:ext uri="{FF2B5EF4-FFF2-40B4-BE49-F238E27FC236}">
                <a16:creationId xmlns:a16="http://schemas.microsoft.com/office/drawing/2014/main" id="{2BACFC0B-9DE3-C3E5-363E-37B2BCF7973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22344" y="3384872"/>
            <a:ext cx="3929706" cy="1961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31;p33">
            <a:extLst>
              <a:ext uri="{FF2B5EF4-FFF2-40B4-BE49-F238E27FC236}">
                <a16:creationId xmlns:a16="http://schemas.microsoft.com/office/drawing/2014/main" id="{95900669-2F2E-1A25-3947-27944BB4623F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873944" y="8004000"/>
            <a:ext cx="2381308" cy="1239674"/>
          </a:xfrm>
          <a:prstGeom prst="rect">
            <a:avLst/>
          </a:prstGeom>
          <a:noFill/>
          <a:ln>
            <a:noFill/>
          </a:ln>
          <a:effectLst>
            <a:outerShdw blurRad="63500" sx="101000" sy="101000" algn="ctr" rotWithShape="0">
              <a:srgbClr val="000000">
                <a:alpha val="14510"/>
              </a:srgbClr>
            </a:outerShdw>
          </a:effectLst>
        </p:spPr>
      </p:pic>
      <p:pic>
        <p:nvPicPr>
          <p:cNvPr id="15" name="Google Shape;332;p33">
            <a:extLst>
              <a:ext uri="{FF2B5EF4-FFF2-40B4-BE49-F238E27FC236}">
                <a16:creationId xmlns:a16="http://schemas.microsoft.com/office/drawing/2014/main" id="{112544C4-4716-7942-5A8A-98FAB92BFF5C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717527" y="7906691"/>
            <a:ext cx="2501746" cy="1465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34;p33">
            <a:extLst>
              <a:ext uri="{FF2B5EF4-FFF2-40B4-BE49-F238E27FC236}">
                <a16:creationId xmlns:a16="http://schemas.microsoft.com/office/drawing/2014/main" id="{176E7410-3089-62CA-8A8D-6D3BDAD6CE79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306219" y="3384871"/>
            <a:ext cx="1516759" cy="18135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" name="Google Shape;335;p33">
            <a:extLst>
              <a:ext uri="{FF2B5EF4-FFF2-40B4-BE49-F238E27FC236}">
                <a16:creationId xmlns:a16="http://schemas.microsoft.com/office/drawing/2014/main" id="{C6112AFE-B48C-136E-D8B3-84E29A10260E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564040" y="5703927"/>
            <a:ext cx="1876846" cy="1954103"/>
          </a:xfrm>
          <a:prstGeom prst="rect">
            <a:avLst/>
          </a:prstGeom>
          <a:noFill/>
          <a:ln>
            <a:noFill/>
          </a:ln>
          <a:effectLst>
            <a:outerShdw blurRad="63500" sx="101000" sy="101000" algn="ctr" rotWithShape="0">
              <a:srgbClr val="000000">
                <a:alpha val="14510"/>
              </a:srgbClr>
            </a:outerShdw>
          </a:effectLst>
        </p:spPr>
      </p:pic>
      <p:pic>
        <p:nvPicPr>
          <p:cNvPr id="18" name="Google Shape;336;p33">
            <a:extLst>
              <a:ext uri="{FF2B5EF4-FFF2-40B4-BE49-F238E27FC236}">
                <a16:creationId xmlns:a16="http://schemas.microsoft.com/office/drawing/2014/main" id="{312CBF6B-9BC2-FF33-95E7-CAA4A915BD90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474511" y="5981903"/>
            <a:ext cx="2739868" cy="139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37;p33">
            <a:extLst>
              <a:ext uri="{FF2B5EF4-FFF2-40B4-BE49-F238E27FC236}">
                <a16:creationId xmlns:a16="http://schemas.microsoft.com/office/drawing/2014/main" id="{EA2DBC29-74CF-21C8-8033-E2E856645B70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612831" y="5916850"/>
            <a:ext cx="2739868" cy="1528255"/>
          </a:xfrm>
          <a:prstGeom prst="rect">
            <a:avLst/>
          </a:prstGeom>
          <a:noFill/>
          <a:ln>
            <a:noFill/>
          </a:ln>
          <a:effectLst>
            <a:outerShdw blurRad="63500" sx="101000" sy="101000" algn="ctr" rotWithShape="0">
              <a:srgbClr val="000000">
                <a:alpha val="14510"/>
              </a:srgbClr>
            </a:outerShdw>
          </a:effectLst>
        </p:spPr>
      </p:pic>
      <p:pic>
        <p:nvPicPr>
          <p:cNvPr id="20" name="Google Shape;338;p33">
            <a:extLst>
              <a:ext uri="{FF2B5EF4-FFF2-40B4-BE49-F238E27FC236}">
                <a16:creationId xmlns:a16="http://schemas.microsoft.com/office/drawing/2014/main" id="{271CEB70-6A3C-A4CA-3D75-58790722072E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4014279" y="3767531"/>
            <a:ext cx="2501758" cy="1445198"/>
          </a:xfrm>
          <a:prstGeom prst="rect">
            <a:avLst/>
          </a:prstGeom>
          <a:noFill/>
          <a:ln>
            <a:noFill/>
          </a:ln>
          <a:effectLst>
            <a:outerShdw blurRad="63500" sx="101000" sy="101000" algn="ctr" rotWithShape="0">
              <a:srgbClr val="000000">
                <a:alpha val="14510"/>
              </a:srgbClr>
            </a:outerShdw>
          </a:effectLst>
        </p:spPr>
      </p:pic>
      <p:pic>
        <p:nvPicPr>
          <p:cNvPr id="22" name="Picture 21" descr="A logo on a black background&#10;&#10;Description automatically generated">
            <a:extLst>
              <a:ext uri="{FF2B5EF4-FFF2-40B4-BE49-F238E27FC236}">
                <a16:creationId xmlns:a16="http://schemas.microsoft.com/office/drawing/2014/main" id="{084DA4F6-2C20-30F1-EB0B-1DAFEBCEEB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9482" y="3384871"/>
            <a:ext cx="1943100" cy="1828800"/>
          </a:xfrm>
          <a:prstGeom prst="rect">
            <a:avLst/>
          </a:prstGeom>
        </p:spPr>
      </p:pic>
      <p:pic>
        <p:nvPicPr>
          <p:cNvPr id="24" name="Picture 2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AD0F751-4745-D621-A345-D8D8DF5B23B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88063" y="3384871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0FC7-D2B6-8A28-DDA7-3DB507F4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3569-D426-74FE-00D7-4E108BF38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54075"/>
            <a:ext cx="17889538" cy="1046440"/>
          </a:xfrm>
        </p:spPr>
        <p:txBody>
          <a:bodyPr/>
          <a:lstStyle/>
          <a:p>
            <a:r>
              <a:rPr lang="en-IN" dirty="0"/>
              <a:t>Our Customers – 100+ Global Base</a:t>
            </a:r>
          </a:p>
        </p:txBody>
      </p:sp>
      <p:pic>
        <p:nvPicPr>
          <p:cNvPr id="21" name="Picture 20" descr="A red and white logo&#10;&#10;AI-generated content may be incorrect.">
            <a:extLst>
              <a:ext uri="{FF2B5EF4-FFF2-40B4-BE49-F238E27FC236}">
                <a16:creationId xmlns:a16="http://schemas.microsoft.com/office/drawing/2014/main" id="{D5C1841F-3BC2-68A3-43F0-B42473CD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3406151"/>
            <a:ext cx="1943100" cy="1828800"/>
          </a:xfrm>
          <a:prstGeom prst="rect">
            <a:avLst/>
          </a:prstGeom>
        </p:spPr>
      </p:pic>
      <p:pic>
        <p:nvPicPr>
          <p:cNvPr id="27" name="Picture 26" descr="A blue and white logo&#10;&#10;AI-generated content may be incorrect.">
            <a:extLst>
              <a:ext uri="{FF2B5EF4-FFF2-40B4-BE49-F238E27FC236}">
                <a16:creationId xmlns:a16="http://schemas.microsoft.com/office/drawing/2014/main" id="{E94F51D3-511C-0F05-6398-03A1EE4FB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317" y="3406151"/>
            <a:ext cx="2065266" cy="1954824"/>
          </a:xfrm>
          <a:prstGeom prst="rect">
            <a:avLst/>
          </a:prstGeom>
        </p:spPr>
      </p:pic>
      <p:pic>
        <p:nvPicPr>
          <p:cNvPr id="29" name="Picture 28" descr="A yellow and red shell logo&#10;&#10;AI-generated content may be incorrect.">
            <a:extLst>
              <a:ext uri="{FF2B5EF4-FFF2-40B4-BE49-F238E27FC236}">
                <a16:creationId xmlns:a16="http://schemas.microsoft.com/office/drawing/2014/main" id="{A8DE784C-3F88-046B-7409-1A7CDCD26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477" y="3405706"/>
            <a:ext cx="1943100" cy="1828800"/>
          </a:xfrm>
          <a:prstGeom prst="rect">
            <a:avLst/>
          </a:prstGeom>
        </p:spPr>
      </p:pic>
      <p:pic>
        <p:nvPicPr>
          <p:cNvPr id="31" name="Picture 30" descr="A green and black logo&#10;&#10;AI-generated content may be incorrect.">
            <a:extLst>
              <a:ext uri="{FF2B5EF4-FFF2-40B4-BE49-F238E27FC236}">
                <a16:creationId xmlns:a16="http://schemas.microsoft.com/office/drawing/2014/main" id="{577E0BE0-FA1F-F2CF-DD89-033DA063C9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121" b="27529"/>
          <a:stretch/>
        </p:blipFill>
        <p:spPr>
          <a:xfrm>
            <a:off x="8179683" y="3297835"/>
            <a:ext cx="4247161" cy="1828800"/>
          </a:xfrm>
          <a:prstGeom prst="rect">
            <a:avLst/>
          </a:prstGeom>
        </p:spPr>
      </p:pic>
      <p:pic>
        <p:nvPicPr>
          <p:cNvPr id="33" name="Picture 32" descr="A blue feather with text&#10;&#10;AI-generated content may be incorrect.">
            <a:extLst>
              <a:ext uri="{FF2B5EF4-FFF2-40B4-BE49-F238E27FC236}">
                <a16:creationId xmlns:a16="http://schemas.microsoft.com/office/drawing/2014/main" id="{DAF075DB-5A01-6BE1-4583-F952FBAC7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3525" y="2849680"/>
            <a:ext cx="2668251" cy="2511295"/>
          </a:xfrm>
          <a:prstGeom prst="rect">
            <a:avLst/>
          </a:prstGeom>
        </p:spPr>
      </p:pic>
      <p:pic>
        <p:nvPicPr>
          <p:cNvPr id="35" name="Picture 34" descr="A close up of a logo&#10;&#10;AI-generated content may be incorrect.">
            <a:extLst>
              <a:ext uri="{FF2B5EF4-FFF2-40B4-BE49-F238E27FC236}">
                <a16:creationId xmlns:a16="http://schemas.microsoft.com/office/drawing/2014/main" id="{1C919651-A890-E1D1-681B-1D8A3BA886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219" b="24171"/>
          <a:stretch/>
        </p:blipFill>
        <p:spPr>
          <a:xfrm>
            <a:off x="15350163" y="3405706"/>
            <a:ext cx="2319257" cy="1301205"/>
          </a:xfrm>
          <a:prstGeom prst="rect">
            <a:avLst/>
          </a:prstGeom>
        </p:spPr>
      </p:pic>
      <p:pic>
        <p:nvPicPr>
          <p:cNvPr id="37" name="Picture 36" descr="A logo of a university&#10;&#10;AI-generated content may be incorrect.">
            <a:extLst>
              <a:ext uri="{FF2B5EF4-FFF2-40B4-BE49-F238E27FC236}">
                <a16:creationId xmlns:a16="http://schemas.microsoft.com/office/drawing/2014/main" id="{98C76D72-B6A2-53DC-D89A-EFA5BDA23D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50" y="6074400"/>
            <a:ext cx="1943100" cy="1828800"/>
          </a:xfrm>
          <a:prstGeom prst="rect">
            <a:avLst/>
          </a:prstGeom>
        </p:spPr>
      </p:pic>
      <p:pic>
        <p:nvPicPr>
          <p:cNvPr id="39" name="Picture 38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2BA9DC55-02FA-A1A1-E7F0-82F69985BE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6222" y="5654675"/>
            <a:ext cx="2783455" cy="2619722"/>
          </a:xfrm>
          <a:prstGeom prst="rect">
            <a:avLst/>
          </a:prstGeom>
        </p:spPr>
      </p:pic>
      <p:pic>
        <p:nvPicPr>
          <p:cNvPr id="41" name="Picture 40" descr="A logo of a university&#10;&#10;AI-generated content may be incorrect.">
            <a:extLst>
              <a:ext uri="{FF2B5EF4-FFF2-40B4-BE49-F238E27FC236}">
                <a16:creationId xmlns:a16="http://schemas.microsoft.com/office/drawing/2014/main" id="{2B07CEC1-4CDA-CA94-74FB-EE1C97BE8B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5736" y="5574790"/>
            <a:ext cx="2986582" cy="281090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7A9328D-2661-0E27-8FE6-6EB4F68605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1713" y="5723312"/>
            <a:ext cx="1943100" cy="1828800"/>
          </a:xfrm>
          <a:prstGeom prst="rect">
            <a:avLst/>
          </a:prstGeom>
        </p:spPr>
      </p:pic>
      <p:pic>
        <p:nvPicPr>
          <p:cNvPr id="47" name="Picture 46" descr="A logo of a institute of technology&#10;&#10;AI-generated content may be incorrect.">
            <a:extLst>
              <a:ext uri="{FF2B5EF4-FFF2-40B4-BE49-F238E27FC236}">
                <a16:creationId xmlns:a16="http://schemas.microsoft.com/office/drawing/2014/main" id="{1240F0F0-1942-D330-377F-FA84B42C08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24845" y="5062962"/>
            <a:ext cx="3346344" cy="3149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0CD0ECF-574A-E8AF-8824-B8E6267142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56340" y="4983382"/>
            <a:ext cx="3515450" cy="3308659"/>
          </a:xfrm>
          <a:prstGeom prst="rect">
            <a:avLst/>
          </a:prstGeom>
        </p:spPr>
      </p:pic>
      <p:pic>
        <p:nvPicPr>
          <p:cNvPr id="52" name="Picture 5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261499D-1091-7768-7E50-1495F2DCA30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847" y="8679391"/>
            <a:ext cx="7567627" cy="1296115"/>
          </a:xfrm>
          <a:prstGeom prst="rect">
            <a:avLst/>
          </a:prstGeom>
        </p:spPr>
      </p:pic>
      <p:pic>
        <p:nvPicPr>
          <p:cNvPr id="53" name="Picture 52" descr="A black and white logo&#10;&#10;Description automatically generated">
            <a:extLst>
              <a:ext uri="{FF2B5EF4-FFF2-40B4-BE49-F238E27FC236}">
                <a16:creationId xmlns:a16="http://schemas.microsoft.com/office/drawing/2014/main" id="{7B88655F-A410-0EFC-00D9-09E3A356250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8972" y="7993227"/>
            <a:ext cx="2360857" cy="2360857"/>
          </a:xfrm>
          <a:prstGeom prst="rect">
            <a:avLst/>
          </a:prstGeom>
        </p:spPr>
      </p:pic>
      <p:pic>
        <p:nvPicPr>
          <p:cNvPr id="54" name="Picture 53" descr="A blue and white logo">
            <a:extLst>
              <a:ext uri="{FF2B5EF4-FFF2-40B4-BE49-F238E27FC236}">
                <a16:creationId xmlns:a16="http://schemas.microsoft.com/office/drawing/2014/main" id="{59EBA963-3558-12F7-6F46-6DF2C288E1B9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14114" b="16767"/>
          <a:stretch/>
        </p:blipFill>
        <p:spPr>
          <a:xfrm>
            <a:off x="12142987" y="8254457"/>
            <a:ext cx="4979936" cy="179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3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4242C"/>
      </a:dk2>
      <a:lt2>
        <a:srgbClr val="EEECE1"/>
      </a:lt2>
      <a:accent1>
        <a:srgbClr val="0A7975"/>
      </a:accent1>
      <a:accent2>
        <a:srgbClr val="FF8A3B"/>
      </a:accent2>
      <a:accent3>
        <a:srgbClr val="04242C"/>
      </a:accent3>
      <a:accent4>
        <a:srgbClr val="1F497D"/>
      </a:accent4>
      <a:accent5>
        <a:srgbClr val="FFC000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276408</TotalTime>
  <Words>1783</Words>
  <Application>Microsoft Office PowerPoint</Application>
  <PresentationFormat>Custom</PresentationFormat>
  <Paragraphs>284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Courier New</vt:lpstr>
      <vt:lpstr>Calibri</vt:lpstr>
      <vt:lpstr>Karla</vt:lpstr>
      <vt:lpstr>Noto Sans Symbols</vt:lpstr>
      <vt:lpstr>Poppins</vt:lpstr>
      <vt:lpstr>Arial</vt:lpstr>
      <vt:lpstr>Office Theme</vt:lpstr>
      <vt:lpstr>PowerPoint Presentation</vt:lpstr>
      <vt:lpstr>Company Overview</vt:lpstr>
      <vt:lpstr>Existing Product Portfolio</vt:lpstr>
      <vt:lpstr>Technology Overview</vt:lpstr>
      <vt:lpstr>SSEC Sensor Value Proposition</vt:lpstr>
      <vt:lpstr>Technology Overview</vt:lpstr>
      <vt:lpstr>MEMS Sensor Value Proposition</vt:lpstr>
      <vt:lpstr>Challenges in Hydrogen Detection</vt:lpstr>
      <vt:lpstr>Product Concept Explainer – MEMS Sensor </vt:lpstr>
      <vt:lpstr>Future Product Opportunities - MEMS Sensor Platform</vt:lpstr>
      <vt:lpstr>Our Solution for Joint-level Leak Detection</vt:lpstr>
      <vt:lpstr>Competitive Advantage</vt:lpstr>
      <vt:lpstr>Solutions Across Industries</vt:lpstr>
      <vt:lpstr>SSEC Sensor Product Portfolio</vt:lpstr>
      <vt:lpstr>MEMS Sensor Product Portfolio</vt:lpstr>
      <vt:lpstr>Our Customers – 100+ Global Base</vt:lpstr>
      <vt:lpstr>Our Customers – 100+ Global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Shashank Kumar</dc:creator>
  <cp:lastModifiedBy>Arunima Upadhyaya</cp:lastModifiedBy>
  <cp:revision>125</cp:revision>
  <dcterms:modified xsi:type="dcterms:W3CDTF">2026-05-21T14:37:58Z</dcterms:modified>
</cp:coreProperties>
</file>